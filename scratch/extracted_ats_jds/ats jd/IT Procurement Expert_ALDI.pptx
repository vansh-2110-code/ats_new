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4.xml" ContentType="application/vnd.openxmlformats-officedocument.them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heme/theme5.xml" ContentType="application/vnd.openxmlformats-officedocument.theme+xml"/>
  <Override PartName="/ppt/theme/theme6.xml" ContentType="application/vnd.openxmlformats-officedocument.them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  <p:sldMasterId id="2147483771" r:id="rId5"/>
    <p:sldMasterId id="2147483784" r:id="rId6"/>
    <p:sldMasterId id="2147483826" r:id="rId7"/>
  </p:sldMasterIdLst>
  <p:notesMasterIdLst>
    <p:notesMasterId r:id="rId9"/>
  </p:notesMasterIdLst>
  <p:handoutMasterIdLst>
    <p:handoutMasterId r:id="rId10"/>
  </p:handoutMasterIdLst>
  <p:sldIdLst>
    <p:sldId id="266" r:id="rId8"/>
  </p:sldIdLst>
  <p:sldSz cx="9144000" cy="6858000" type="screen4x3"/>
  <p:notesSz cx="6858000" cy="9144000"/>
  <p:custDataLst>
    <p:tags r:id="rId11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LDI SUED Office" pitchFamily="2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LDI SUED Office" pitchFamily="2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LDI SUED Office" pitchFamily="2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LDI SUED Office" pitchFamily="2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LDI SUED Office" pitchFamily="2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LDI SUED Office" pitchFamily="2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LDI SUED Office" pitchFamily="2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LDI SUED Office" pitchFamily="2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LDI SUED Office" pitchFamily="2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139" userDrawn="1">
          <p15:clr>
            <a:srgbClr val="F26B43"/>
          </p15:clr>
        </p15:guide>
        <p15:guide id="2" orient="horz" pos="314">
          <p15:clr>
            <a:srgbClr val="A4A3A4"/>
          </p15:clr>
        </p15:guide>
        <p15:guide id="3" orient="horz" pos="4001">
          <p15:clr>
            <a:srgbClr val="A4A3A4"/>
          </p15:clr>
        </p15:guide>
        <p15:guide id="4" orient="horz" pos="867">
          <p15:clr>
            <a:srgbClr val="A4A3A4"/>
          </p15:clr>
        </p15:guide>
        <p15:guide id="5" orient="horz" pos="3892">
          <p15:clr>
            <a:srgbClr val="A4A3A4"/>
          </p15:clr>
        </p15:guide>
        <p15:guide id="6" pos="2880">
          <p15:clr>
            <a:srgbClr val="A4A3A4"/>
          </p15:clr>
        </p15:guide>
        <p15:guide id="7" pos="5447" userDrawn="1">
          <p15:clr>
            <a:srgbClr val="F26B43"/>
          </p15:clr>
        </p15:guide>
        <p15:guide id="8" pos="318" userDrawn="1">
          <p15:clr>
            <a:srgbClr val="F26B43"/>
          </p15:clr>
        </p15:guide>
        <p15:guide id="9" orient="horz" pos="2251" userDrawn="1">
          <p15:clr>
            <a:srgbClr val="A4A3A4"/>
          </p15:clr>
        </p15:guide>
        <p15:guide id="10" orient="horz" pos="3747" userDrawn="1">
          <p15:clr>
            <a:srgbClr val="F26B43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B75B572-EA46-DD09-F394-8B039C9FBBBA}" name="Düß, Kevin (IIT-CSS/IT Procurement)" initials="DP" userId="S::kevin.duess@aldi-sued.com::b2e81d99-de19-40f3-ab71-4088f2437a1c" providerId="AD"/>
  <p188:author id="{10801988-FBE9-8FFC-710E-3DEEF22C13C0}" name="Scharwinski, Dirk (IIT-CSS/IT Procurement)" initials="SD(CP" userId="S::dirk.scharwinski@aldi-sued.com::d824d918-2103-4df4-ba0f-1e8ecee1698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lemmer, Mario (IIT/Buying Corporate)" initials="KL(" lastIdx="22" clrIdx="0"/>
  <p:cmAuthor id="1" name="Etemi, Bekim (IIT/Logistics)" initials="Ete" lastIdx="2" clrIdx="1"/>
  <p:cmAuthor id="30" name="Gebhardt, Markus (IIT/DIIT)" initials="GM(" lastIdx="24" clrIdx="2"/>
  <p:cmAuthor id="31" name="Schumacher, Susanne (IIT/ITM)" initials="Shum" lastIdx="8" clrIdx="3"/>
  <p:cmAuthor id="32" name="Forstner, Shirin" initials="FS" lastIdx="9" clrIdx="4"/>
  <p:cmAuthor id="33" name="Klein, Lara (IIT/Operations)" initials="KL(" lastIdx="1" clrIdx="5">
    <p:extLst>
      <p:ext uri="{19B8F6BF-5375-455C-9EA6-DF929625EA0E}">
        <p15:presenceInfo xmlns:p15="http://schemas.microsoft.com/office/powerpoint/2012/main" userId="S-1-5-21-776561741-1229272821-682003330-72822" providerId="AD"/>
      </p:ext>
    </p:extLst>
  </p:cmAuthor>
  <p:cmAuthor id="34" name="Scharwinski, Dirk (IIT-CSS/IT Procurement)" initials="SD(CP" lastIdx="8" clrIdx="6">
    <p:extLst>
      <p:ext uri="{19B8F6BF-5375-455C-9EA6-DF929625EA0E}">
        <p15:presenceInfo xmlns:p15="http://schemas.microsoft.com/office/powerpoint/2012/main" userId="S::dirk.scharwinski@aldi-sued.com::d824d918-2103-4df4-ba0f-1e8ecee1698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55C3F0"/>
    <a:srgbClr val="00B4DC"/>
    <a:srgbClr val="B381D9"/>
    <a:srgbClr val="C2C2C2"/>
    <a:srgbClr val="666666"/>
    <a:srgbClr val="E6E6E6"/>
    <a:srgbClr val="A6A6A6"/>
    <a:srgbClr val="D9D9D9"/>
    <a:srgbClr val="AAE1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58D277-BD6B-4EA4-AEC3-7843FA79F284}" v="6" dt="2024-12-03T08:23:01.1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3139" y="86"/>
      </p:cViewPr>
      <p:guideLst>
        <p:guide orient="horz" pos="1139"/>
        <p:guide orient="horz" pos="314"/>
        <p:guide orient="horz" pos="4001"/>
        <p:guide orient="horz" pos="867"/>
        <p:guide orient="horz" pos="3892"/>
        <p:guide pos="2880"/>
        <p:guide pos="5447"/>
        <p:guide pos="318"/>
        <p:guide orient="horz" pos="2251"/>
        <p:guide orient="horz" pos="374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presProps" Target="pres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commentAuthors" Target="commentAuthor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tags" Target="tags/tag1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6863BA-7CCD-41F7-8B66-E042292FEB5D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513815-CCBE-41B7-A312-C7C5C72216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2371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2651C3A7-5F6D-46BB-9C73-AC42DA06B088}" type="datetimeFigureOut">
              <a:rPr lang="en-GB" smtClean="0"/>
              <a:pPr>
                <a:defRPr/>
              </a:pPr>
              <a:t>09/05/2026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noProof="0" err="1"/>
              <a:t>Textmasterformat</a:t>
            </a:r>
            <a:r>
              <a:rPr lang="en-GB" noProof="0"/>
              <a:t> </a:t>
            </a:r>
            <a:r>
              <a:rPr lang="en-GB" noProof="0" err="1"/>
              <a:t>bearbeiten</a:t>
            </a:r>
            <a:endParaRPr lang="en-GB" noProof="0"/>
          </a:p>
          <a:p>
            <a:pPr lvl="1"/>
            <a:r>
              <a:rPr lang="en-GB" noProof="0" err="1"/>
              <a:t>Zweite</a:t>
            </a:r>
            <a:r>
              <a:rPr lang="en-GB" noProof="0"/>
              <a:t> </a:t>
            </a:r>
            <a:r>
              <a:rPr lang="en-GB" noProof="0" err="1"/>
              <a:t>Ebene</a:t>
            </a:r>
            <a:endParaRPr lang="en-GB" noProof="0"/>
          </a:p>
          <a:p>
            <a:pPr lvl="2"/>
            <a:r>
              <a:rPr lang="en-GB" noProof="0" err="1"/>
              <a:t>Dritte</a:t>
            </a:r>
            <a:r>
              <a:rPr lang="en-GB" noProof="0"/>
              <a:t> </a:t>
            </a:r>
            <a:r>
              <a:rPr lang="en-GB" noProof="0" err="1"/>
              <a:t>Ebene</a:t>
            </a:r>
            <a:endParaRPr lang="en-GB" noProof="0"/>
          </a:p>
          <a:p>
            <a:pPr lvl="3"/>
            <a:r>
              <a:rPr lang="en-GB" noProof="0" err="1"/>
              <a:t>Vierte</a:t>
            </a:r>
            <a:r>
              <a:rPr lang="en-GB" noProof="0"/>
              <a:t> </a:t>
            </a:r>
            <a:r>
              <a:rPr lang="en-GB" noProof="0" err="1"/>
              <a:t>Ebene</a:t>
            </a:r>
            <a:endParaRPr lang="en-GB" noProof="0"/>
          </a:p>
          <a:p>
            <a:pPr lvl="4"/>
            <a:r>
              <a:rPr lang="en-GB" noProof="0" err="1"/>
              <a:t>Fünfte</a:t>
            </a:r>
            <a:r>
              <a:rPr lang="en-GB" noProof="0"/>
              <a:t> </a:t>
            </a:r>
            <a:r>
              <a:rPr lang="en-GB" noProof="0" err="1"/>
              <a:t>Ebene</a:t>
            </a:r>
            <a:endParaRPr lang="en-GB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3FE34D7F-AA8E-48F6-B8B3-5AD01A7AF786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790066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FE34D7F-AA8E-48F6-B8B3-5AD01A7AF786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2895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3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5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7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8.xml"/><Relationship Id="rId4" Type="http://schemas.openxmlformats.org/officeDocument/2006/relationships/image" Target="../media/image3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.xml"/><Relationship Id="rId4" Type="http://schemas.openxmlformats.org/officeDocument/2006/relationships/image" Target="../media/image3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.xml"/><Relationship Id="rId4" Type="http://schemas.openxmlformats.org/officeDocument/2006/relationships/image" Target="../media/image5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.xml"/><Relationship Id="rId4" Type="http://schemas.openxmlformats.org/officeDocument/2006/relationships/image" Target="../media/image6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3.xml"/><Relationship Id="rId6" Type="http://schemas.openxmlformats.org/officeDocument/2006/relationships/image" Target="../media/image10.png"/><Relationship Id="rId5" Type="http://schemas.openxmlformats.org/officeDocument/2006/relationships/image" Target="../media/image9.emf"/><Relationship Id="rId4" Type="http://schemas.openxmlformats.org/officeDocument/2006/relationships/oleObject" Target="../embeddings/oleObject11.bin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15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16.xml"/><Relationship Id="rId4" Type="http://schemas.openxmlformats.org/officeDocument/2006/relationships/image" Target="../media/image3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17.xml"/><Relationship Id="rId4" Type="http://schemas.openxmlformats.org/officeDocument/2006/relationships/image" Target="../media/image3.emf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18.xml"/><Relationship Id="rId4" Type="http://schemas.openxmlformats.org/officeDocument/2006/relationships/image" Target="../media/image5.emf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19.xml"/><Relationship Id="rId4" Type="http://schemas.openxmlformats.org/officeDocument/2006/relationships/image" Target="../media/image6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20.xml"/><Relationship Id="rId4" Type="http://schemas.openxmlformats.org/officeDocument/2006/relationships/image" Target="../media/image6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21.xml"/><Relationship Id="rId4" Type="http://schemas.openxmlformats.org/officeDocument/2006/relationships/image" Target="../media/image3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22.xml"/><Relationship Id="rId4" Type="http://schemas.openxmlformats.org/officeDocument/2006/relationships/image" Target="../media/image3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23.xml"/><Relationship Id="rId4" Type="http://schemas.openxmlformats.org/officeDocument/2006/relationships/image" Target="../media/image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96942094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254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35"/>
          <p:cNvSpPr>
            <a:spLocks noChangeArrowheads="1"/>
          </p:cNvSpPr>
          <p:nvPr/>
        </p:nvSpPr>
        <p:spPr bwMode="auto">
          <a:xfrm>
            <a:off x="0" y="5716588"/>
            <a:ext cx="9144000" cy="1141412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LDI SUED Office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LDI SUED Office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LDI SUED Office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LDI SUED Office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LDI SUED Office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LDI SUED Office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LDI SUED Office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LDI SUED Office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LDI SUED Office" pitchFamily="2" charset="0"/>
              </a:defRPr>
            </a:lvl9pPr>
          </a:lstStyle>
          <a:p>
            <a:pPr>
              <a:defRPr/>
            </a:pPr>
            <a:endParaRPr lang="de-DE" altLang="en-US">
              <a:cs typeface="Arial" charset="0"/>
            </a:endParaRPr>
          </a:p>
        </p:txBody>
      </p:sp>
      <p:sp>
        <p:nvSpPr>
          <p:cNvPr id="12" name="Titel 10"/>
          <p:cNvSpPr>
            <a:spLocks noGrp="1"/>
          </p:cNvSpPr>
          <p:nvPr>
            <p:ph type="title" hasCustomPrompt="1"/>
          </p:nvPr>
        </p:nvSpPr>
        <p:spPr>
          <a:xfrm>
            <a:off x="507600" y="4365104"/>
            <a:ext cx="8128800" cy="900000"/>
          </a:xfrm>
        </p:spPr>
        <p:txBody>
          <a:bodyPr/>
          <a:lstStyle>
            <a:lvl1pPr algn="ctr">
              <a:defRPr sz="3600" b="0">
                <a:solidFill>
                  <a:schemeClr val="tx2"/>
                </a:solidFill>
              </a:defRPr>
            </a:lvl1pPr>
          </a:lstStyle>
          <a:p>
            <a:r>
              <a:rPr lang="en-GB"/>
              <a:t>Presentation title</a:t>
            </a:r>
          </a:p>
        </p:txBody>
      </p:sp>
      <p:sp>
        <p:nvSpPr>
          <p:cNvPr id="13" name="Rectangle 5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507600" y="5263553"/>
            <a:ext cx="8129588" cy="468039"/>
          </a:xfrm>
        </p:spPr>
        <p:txBody>
          <a:bodyPr anchor="ctr"/>
          <a:lstStyle>
            <a:lvl1pPr marL="0" indent="0" algn="ctr">
              <a:buFontTx/>
              <a:buNone/>
              <a:defRPr sz="1400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Date</a:t>
            </a:r>
          </a:p>
        </p:txBody>
      </p:sp>
      <p:pic>
        <p:nvPicPr>
          <p:cNvPr id="10" name="Grafik 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2348" y="1254125"/>
            <a:ext cx="2159304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940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3874146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2445" y="183738"/>
            <a:ext cx="7769686" cy="738664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02445" y="1829372"/>
            <a:ext cx="8129587" cy="4104000"/>
          </a:xfrm>
        </p:spPr>
        <p:txBody>
          <a:bodyPr/>
          <a:lstStyle>
            <a:lvl1pPr marL="269875" marR="0" indent="-269875" algn="l" defTabSz="914400" rtl="0" eaLnBrk="1" fontAlgn="base" latinLnBrk="0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lvl1pPr>
            <a:lvl2pPr marL="538163" marR="0" indent="-242888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lvl2pPr>
          </a:lstStyle>
          <a:p>
            <a:pPr marL="269875" marR="0" lvl="0" indent="-269875" algn="l" defTabSz="914400" rtl="0" eaLnBrk="1" fontAlgn="base" latinLnBrk="0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n-GB"/>
              <a:t>Level one 18 </a:t>
            </a:r>
            <a:r>
              <a:rPr lang="en-GB" err="1"/>
              <a:t>pt</a:t>
            </a:r>
            <a:r>
              <a:rPr lang="en-GB"/>
              <a:t> and 18 </a:t>
            </a:r>
            <a:r>
              <a:rPr lang="en-GB" err="1"/>
              <a:t>pt</a:t>
            </a:r>
            <a:r>
              <a:rPr lang="en-GB"/>
              <a:t> line spacing before</a:t>
            </a:r>
          </a:p>
          <a:p>
            <a:pPr lvl="0"/>
            <a:r>
              <a:rPr lang="en-GB"/>
              <a:t>Level one</a:t>
            </a:r>
          </a:p>
          <a:p>
            <a:pPr marL="538163" marR="0" lvl="1" indent="-242888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n-GB"/>
              <a:t>Level two 18 </a:t>
            </a:r>
            <a:r>
              <a:rPr lang="en-GB" err="1"/>
              <a:t>pt</a:t>
            </a:r>
            <a:r>
              <a:rPr lang="en-GB"/>
              <a:t> and 12 </a:t>
            </a:r>
            <a:r>
              <a:rPr lang="en-GB" err="1"/>
              <a:t>pt</a:t>
            </a:r>
            <a:r>
              <a:rPr lang="en-GB"/>
              <a:t> line spacing before</a:t>
            </a:r>
          </a:p>
          <a:p>
            <a:pPr lvl="1"/>
            <a:r>
              <a:rPr lang="en-GB"/>
              <a:t>Level two</a:t>
            </a:r>
          </a:p>
          <a:p>
            <a:pPr lvl="0"/>
            <a:r>
              <a:rPr lang="en-GB"/>
              <a:t>Level one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2445" y="1320800"/>
            <a:ext cx="8129588" cy="27622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noAutofit/>
          </a:bodyPr>
          <a:lstStyle>
            <a:lvl1pPr marL="0" indent="0" algn="l" rtl="0" eaLnBrk="1" fontAlgn="base" hangingPunct="1">
              <a:spcBef>
                <a:spcPts val="18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defRPr lang="en-GB" altLang="en-US" sz="1800" kern="1200" dirty="0" smtClean="0">
                <a:solidFill>
                  <a:srgbClr val="55C3F0"/>
                </a:solidFill>
                <a:latin typeface="ALDI SUED Office" pitchFamily="2" charset="0"/>
                <a:ea typeface="+mn-ea"/>
                <a:cs typeface="Arial" pitchFamily="34" charset="0"/>
              </a:defRPr>
            </a:lvl1pPr>
          </a:lstStyle>
          <a:p>
            <a:pPr lvl="0">
              <a:spcBef>
                <a:spcPct val="0"/>
              </a:spcBef>
              <a:buClrTx/>
            </a:pPr>
            <a:r>
              <a:rPr lang="en-GB" altLang="en-US" sz="1800">
                <a:solidFill>
                  <a:srgbClr val="00B4DC"/>
                </a:solidFill>
                <a:cs typeface="Arial" pitchFamily="34" charset="0"/>
              </a:rPr>
              <a:t>Subtitle left aligned 18 </a:t>
            </a:r>
            <a:r>
              <a:rPr lang="en-GB" altLang="en-US" sz="1800" err="1">
                <a:solidFill>
                  <a:srgbClr val="00B4DC"/>
                </a:solidFill>
                <a:cs typeface="Arial" pitchFamily="34" charset="0"/>
              </a:rPr>
              <a:t>pt</a:t>
            </a:r>
            <a:r>
              <a:rPr lang="en-GB" altLang="en-US" sz="1800">
                <a:solidFill>
                  <a:srgbClr val="00B4DC"/>
                </a:solidFill>
                <a:cs typeface="Arial" pitchFamily="34" charset="0"/>
              </a:rPr>
              <a:t> regular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/>
              <a:t>March 2019</a:t>
            </a:r>
            <a:endParaRPr lang="en-GB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1803198C-8B17-45D2-A31C-84D8F7AA331C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9745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Title</a:t>
            </a:r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/>
              <a:t>March 2019</a:t>
            </a:r>
            <a:endParaRPr lang="en-GB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803198C-8B17-45D2-A31C-84D8F7AA331C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4029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96942094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254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35"/>
          <p:cNvSpPr>
            <a:spLocks noChangeArrowheads="1"/>
          </p:cNvSpPr>
          <p:nvPr/>
        </p:nvSpPr>
        <p:spPr bwMode="auto">
          <a:xfrm>
            <a:off x="0" y="5716588"/>
            <a:ext cx="9144000" cy="1141412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LDI SUED Office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LDI SUED Office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LDI SUED Office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LDI SUED Office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LDI SUED Office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LDI SUED Office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LDI SUED Office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LDI SUED Office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LDI SUED Office" pitchFamily="2" charset="0"/>
              </a:defRPr>
            </a:lvl9pPr>
          </a:lstStyle>
          <a:p>
            <a:pPr>
              <a:defRPr/>
            </a:pPr>
            <a:endParaRPr lang="de-DE" altLang="en-US">
              <a:cs typeface="Arial" charset="0"/>
            </a:endParaRPr>
          </a:p>
        </p:txBody>
      </p:sp>
      <p:sp>
        <p:nvSpPr>
          <p:cNvPr id="12" name="Titel 10"/>
          <p:cNvSpPr>
            <a:spLocks noGrp="1"/>
          </p:cNvSpPr>
          <p:nvPr>
            <p:ph type="title" hasCustomPrompt="1"/>
          </p:nvPr>
        </p:nvSpPr>
        <p:spPr>
          <a:xfrm>
            <a:off x="507600" y="4365104"/>
            <a:ext cx="8128800" cy="900000"/>
          </a:xfrm>
        </p:spPr>
        <p:txBody>
          <a:bodyPr/>
          <a:lstStyle>
            <a:lvl1pPr algn="ctr">
              <a:defRPr sz="3600" b="0">
                <a:solidFill>
                  <a:schemeClr val="tx2"/>
                </a:solidFill>
              </a:defRPr>
            </a:lvl1pPr>
          </a:lstStyle>
          <a:p>
            <a:r>
              <a:rPr lang="en-GB"/>
              <a:t>Presentation title</a:t>
            </a:r>
          </a:p>
        </p:txBody>
      </p:sp>
      <p:sp>
        <p:nvSpPr>
          <p:cNvPr id="13" name="Rectangle 5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507600" y="5263553"/>
            <a:ext cx="8129588" cy="468039"/>
          </a:xfrm>
        </p:spPr>
        <p:txBody>
          <a:bodyPr anchor="ctr"/>
          <a:lstStyle>
            <a:lvl1pPr marL="0" indent="0" algn="ctr">
              <a:buFontTx/>
              <a:buNone/>
              <a:defRPr sz="1400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Date</a:t>
            </a:r>
          </a:p>
        </p:txBody>
      </p:sp>
      <p:pic>
        <p:nvPicPr>
          <p:cNvPr id="10" name="Grafik 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2348" y="1254125"/>
            <a:ext cx="2159304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940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3874146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2445" y="183738"/>
            <a:ext cx="7769686" cy="738664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02445" y="1829372"/>
            <a:ext cx="8129587" cy="4104000"/>
          </a:xfrm>
        </p:spPr>
        <p:txBody>
          <a:bodyPr/>
          <a:lstStyle>
            <a:lvl1pPr marL="269875" marR="0" indent="-269875" algn="l" defTabSz="914400" rtl="0" eaLnBrk="1" fontAlgn="base" latinLnBrk="0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lvl1pPr>
            <a:lvl2pPr marL="538163" marR="0" indent="-242888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lvl2pPr>
          </a:lstStyle>
          <a:p>
            <a:pPr marL="269875" marR="0" lvl="0" indent="-269875" algn="l" defTabSz="914400" rtl="0" eaLnBrk="1" fontAlgn="base" latinLnBrk="0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n-GB"/>
              <a:t>Level one 18 </a:t>
            </a:r>
            <a:r>
              <a:rPr lang="en-GB" err="1"/>
              <a:t>pt</a:t>
            </a:r>
            <a:r>
              <a:rPr lang="en-GB"/>
              <a:t> and 18 </a:t>
            </a:r>
            <a:r>
              <a:rPr lang="en-GB" err="1"/>
              <a:t>pt</a:t>
            </a:r>
            <a:r>
              <a:rPr lang="en-GB"/>
              <a:t> line spacing before</a:t>
            </a:r>
          </a:p>
          <a:p>
            <a:pPr lvl="0"/>
            <a:r>
              <a:rPr lang="en-GB"/>
              <a:t>Level one</a:t>
            </a:r>
          </a:p>
          <a:p>
            <a:pPr marL="538163" marR="0" lvl="1" indent="-242888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n-GB"/>
              <a:t>Level two 18 </a:t>
            </a:r>
            <a:r>
              <a:rPr lang="en-GB" err="1"/>
              <a:t>pt</a:t>
            </a:r>
            <a:r>
              <a:rPr lang="en-GB"/>
              <a:t> and 12 </a:t>
            </a:r>
            <a:r>
              <a:rPr lang="en-GB" err="1"/>
              <a:t>pt</a:t>
            </a:r>
            <a:r>
              <a:rPr lang="en-GB"/>
              <a:t> line spacing before</a:t>
            </a:r>
          </a:p>
          <a:p>
            <a:pPr lvl="1"/>
            <a:r>
              <a:rPr lang="en-GB"/>
              <a:t>Level two</a:t>
            </a:r>
          </a:p>
          <a:p>
            <a:pPr lvl="0"/>
            <a:r>
              <a:rPr lang="en-GB"/>
              <a:t>Level one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2445" y="1320800"/>
            <a:ext cx="8129588" cy="27622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noAutofit/>
          </a:bodyPr>
          <a:lstStyle>
            <a:lvl1pPr marL="0" indent="0" algn="l" rtl="0" eaLnBrk="1" fontAlgn="base" hangingPunct="1">
              <a:spcBef>
                <a:spcPts val="18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defRPr lang="en-GB" altLang="en-US" sz="1800" kern="1200" dirty="0" smtClean="0">
                <a:solidFill>
                  <a:srgbClr val="55C3F0"/>
                </a:solidFill>
                <a:latin typeface="ALDI SUED Office" pitchFamily="2" charset="0"/>
                <a:ea typeface="+mn-ea"/>
                <a:cs typeface="Arial" pitchFamily="34" charset="0"/>
              </a:defRPr>
            </a:lvl1pPr>
          </a:lstStyle>
          <a:p>
            <a:pPr lvl="0">
              <a:spcBef>
                <a:spcPct val="0"/>
              </a:spcBef>
              <a:buClrTx/>
            </a:pPr>
            <a:r>
              <a:rPr lang="en-GB" altLang="en-US" sz="1800">
                <a:solidFill>
                  <a:srgbClr val="00B4DC"/>
                </a:solidFill>
                <a:cs typeface="Arial" pitchFamily="34" charset="0"/>
              </a:rPr>
              <a:t>Subtitle left aligned 18 </a:t>
            </a:r>
            <a:r>
              <a:rPr lang="en-GB" altLang="en-US" sz="1800" err="1">
                <a:solidFill>
                  <a:srgbClr val="00B4DC"/>
                </a:solidFill>
                <a:cs typeface="Arial" pitchFamily="34" charset="0"/>
              </a:rPr>
              <a:t>pt</a:t>
            </a:r>
            <a:r>
              <a:rPr lang="en-GB" altLang="en-US" sz="1800">
                <a:solidFill>
                  <a:srgbClr val="00B4DC"/>
                </a:solidFill>
                <a:cs typeface="Arial" pitchFamily="34" charset="0"/>
              </a:rPr>
              <a:t> regular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/>
              <a:t>March 2019</a:t>
            </a:r>
            <a:endParaRPr lang="en-GB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1803198C-8B17-45D2-A31C-84D8F7AA331C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9745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2445" y="183738"/>
            <a:ext cx="7769686" cy="738664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Title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2445" y="1320800"/>
            <a:ext cx="8129588" cy="27622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noAutofit/>
          </a:bodyPr>
          <a:lstStyle>
            <a:lvl1pPr marL="0" indent="0" algn="l" rtl="0" eaLnBrk="1" fontAlgn="base" hangingPunct="1">
              <a:spcBef>
                <a:spcPts val="18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defRPr lang="en-GB" altLang="en-US" sz="1800" kern="1200" dirty="0" smtClean="0">
                <a:solidFill>
                  <a:srgbClr val="55C3F0"/>
                </a:solidFill>
                <a:latin typeface="ALDI SUED Office" pitchFamily="2" charset="0"/>
                <a:ea typeface="+mn-ea"/>
                <a:cs typeface="Arial" pitchFamily="34" charset="0"/>
              </a:defRPr>
            </a:lvl1pPr>
          </a:lstStyle>
          <a:p>
            <a:pPr lvl="0">
              <a:spcBef>
                <a:spcPct val="0"/>
              </a:spcBef>
              <a:buClrTx/>
            </a:pPr>
            <a:r>
              <a:rPr lang="en-GB" altLang="en-US" sz="1800">
                <a:solidFill>
                  <a:srgbClr val="00B4DC"/>
                </a:solidFill>
                <a:cs typeface="Arial" pitchFamily="34" charset="0"/>
              </a:rPr>
              <a:t>Subtitle left aligned 18 </a:t>
            </a:r>
            <a:r>
              <a:rPr lang="en-GB" altLang="en-US" sz="1800" err="1">
                <a:solidFill>
                  <a:srgbClr val="00B4DC"/>
                </a:solidFill>
                <a:cs typeface="Arial" pitchFamily="34" charset="0"/>
              </a:rPr>
              <a:t>pt</a:t>
            </a:r>
            <a:r>
              <a:rPr lang="en-GB" altLang="en-US" sz="1800">
                <a:solidFill>
                  <a:srgbClr val="00B4DC"/>
                </a:solidFill>
                <a:cs typeface="Arial" pitchFamily="34" charset="0"/>
              </a:rPr>
              <a:t> regular</a:t>
            </a:r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/>
              <a:t>March 2019</a:t>
            </a:r>
            <a:endParaRPr lang="en-GB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1803198C-8B17-45D2-A31C-84D8F7AA331C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6497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04286324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Title</a:t>
            </a:r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/>
              <a:t>March 2019</a:t>
            </a:r>
            <a:endParaRPr lang="en-GB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803198C-8B17-45D2-A31C-84D8F7AA331C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3622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71421401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917673" y="3173730"/>
            <a:ext cx="5308654" cy="510540"/>
          </a:xfrm>
        </p:spPr>
        <p:txBody>
          <a:bodyPr anchor="t">
            <a:noAutofit/>
          </a:bodyPr>
          <a:lstStyle>
            <a:lvl1pPr algn="ctr">
              <a:defRPr sz="3200" b="1" cap="none"/>
            </a:lvl1pPr>
          </a:lstStyle>
          <a:p>
            <a:r>
              <a:rPr lang="en-GB"/>
              <a:t>DIVIDER</a:t>
            </a:r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/>
              <a:t>March 2019</a:t>
            </a:r>
            <a:endParaRPr lang="en-GB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803198C-8B17-45D2-A31C-84D8F7AA331C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6910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Blank">
    <p:bg>
      <p:bgPr>
        <a:blipFill dpi="0" rotWithShape="1">
          <a:blip r:embed="rId3">
            <a:lum/>
          </a:blip>
          <a:srcRect/>
          <a:stretch>
            <a:fillRect l="-27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60" imgH="360" progId="TCLayout.ActiveDocument.1">
                  <p:embed/>
                </p:oleObj>
              </mc:Choice>
              <mc:Fallback>
                <p:oleObj name="think-cell Folie" r:id="rId4" imgW="360" imgH="360" progId="TCLayout.ActiveDocument.1">
                  <p:embed/>
                  <p:pic>
                    <p:nvPicPr>
                      <p:cNvPr id="2" name="Object 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Grafik 3"/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62950" y="66675"/>
            <a:ext cx="717550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Slide Number Placeholder 12">
            <a:extLst>
              <a:ext uri="{FF2B5EF4-FFF2-40B4-BE49-F238E27FC236}">
                <a16:creationId xmlns:a16="http://schemas.microsoft.com/office/drawing/2014/main" id="{3C34325C-36EB-40D8-842E-A2B9E5980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05533AF-8F26-45B9-BFF6-6DBE7FB68B24}" type="slidenum">
              <a:rPr lang="en-GB" altLang="de-DE" smtClean="0"/>
              <a:pPr/>
              <a:t>‹#›</a:t>
            </a:fld>
            <a:endParaRPr lang="en-GB" altLang="de-DE"/>
          </a:p>
        </p:txBody>
      </p:sp>
      <p:sp>
        <p:nvSpPr>
          <p:cNvPr id="9" name="Datumsplatzhalter 3"/>
          <p:cNvSpPr>
            <a:spLocks noGrp="1"/>
          </p:cNvSpPr>
          <p:nvPr>
            <p:ph type="dt" sz="half" idx="2"/>
          </p:nvPr>
        </p:nvSpPr>
        <p:spPr>
          <a:xfrm>
            <a:off x="797202" y="6408345"/>
            <a:ext cx="1193429" cy="162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>
              <a:defRPr lang="de-DE" sz="900">
                <a:solidFill>
                  <a:schemeClr val="bg1"/>
                </a:solidFill>
                <a:latin typeface="+mn-lt"/>
                <a:cs typeface="+mn-cs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>
                <a:solidFill>
                  <a:prstClr val="white"/>
                </a:solidFill>
              </a:rPr>
              <a:t>March 2019</a:t>
            </a:r>
            <a:endParaRPr lang="en-GB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" y="0"/>
            <a:ext cx="9155031" cy="6858000"/>
          </a:xfrm>
          <a:prstGeom prst="rect">
            <a:avLst/>
          </a:prstGeom>
          <a:solidFill>
            <a:schemeClr val="bg1">
              <a:alpha val="39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3363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254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35"/>
          <p:cNvSpPr>
            <a:spLocks noChangeArrowheads="1"/>
          </p:cNvSpPr>
          <p:nvPr/>
        </p:nvSpPr>
        <p:spPr bwMode="auto">
          <a:xfrm>
            <a:off x="0" y="5716588"/>
            <a:ext cx="9144000" cy="1141412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LDI SUED Office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LDI SUED Office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LDI SUED Office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LDI SUED Office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LDI SUED Office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LDI SUED Office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LDI SUED Office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LDI SUED Office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LDI SUED Office" pitchFamily="2" charset="0"/>
              </a:defRPr>
            </a:lvl9pPr>
          </a:lstStyle>
          <a:p>
            <a:pPr>
              <a:defRPr/>
            </a:pPr>
            <a:endParaRPr lang="de-DE" altLang="en-US">
              <a:cs typeface="Arial" charset="0"/>
            </a:endParaRPr>
          </a:p>
        </p:txBody>
      </p:sp>
      <p:sp>
        <p:nvSpPr>
          <p:cNvPr id="12" name="Titel 10"/>
          <p:cNvSpPr>
            <a:spLocks noGrp="1"/>
          </p:cNvSpPr>
          <p:nvPr>
            <p:ph type="title" hasCustomPrompt="1"/>
          </p:nvPr>
        </p:nvSpPr>
        <p:spPr>
          <a:xfrm>
            <a:off x="507600" y="4365104"/>
            <a:ext cx="8128800" cy="900000"/>
          </a:xfrm>
        </p:spPr>
        <p:txBody>
          <a:bodyPr/>
          <a:lstStyle>
            <a:lvl1pPr algn="ctr">
              <a:defRPr sz="3600" b="0">
                <a:solidFill>
                  <a:schemeClr val="tx2"/>
                </a:solidFill>
              </a:defRPr>
            </a:lvl1pPr>
          </a:lstStyle>
          <a:p>
            <a:r>
              <a:rPr lang="en-GB"/>
              <a:t>Presentation title</a:t>
            </a:r>
          </a:p>
        </p:txBody>
      </p:sp>
      <p:sp>
        <p:nvSpPr>
          <p:cNvPr id="13" name="Rectangle 5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507600" y="5263553"/>
            <a:ext cx="8129588" cy="468039"/>
          </a:xfrm>
        </p:spPr>
        <p:txBody>
          <a:bodyPr anchor="ctr"/>
          <a:lstStyle>
            <a:lvl1pPr marL="0" indent="0" algn="ctr">
              <a:buFontTx/>
              <a:buNone/>
              <a:defRPr sz="1400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Date</a:t>
            </a:r>
          </a:p>
        </p:txBody>
      </p:sp>
      <p:pic>
        <p:nvPicPr>
          <p:cNvPr id="10" name="Grafik 3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2348" y="1254125"/>
            <a:ext cx="2159304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575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2445" y="183738"/>
            <a:ext cx="7769686" cy="738664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02445" y="1829372"/>
            <a:ext cx="8129587" cy="4104000"/>
          </a:xfrm>
        </p:spPr>
        <p:txBody>
          <a:bodyPr/>
          <a:lstStyle>
            <a:lvl1pPr marL="269875" marR="0" indent="-269875" algn="l" defTabSz="914400" rtl="0" eaLnBrk="1" fontAlgn="base" latinLnBrk="0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lvl1pPr>
            <a:lvl2pPr marL="538163" marR="0" indent="-242888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lvl2pPr>
          </a:lstStyle>
          <a:p>
            <a:pPr marL="269875" marR="0" lvl="0" indent="-269875" algn="l" defTabSz="914400" rtl="0" eaLnBrk="1" fontAlgn="base" latinLnBrk="0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n-GB"/>
              <a:t>Level one 18 </a:t>
            </a:r>
            <a:r>
              <a:rPr lang="en-GB" err="1"/>
              <a:t>pt</a:t>
            </a:r>
            <a:r>
              <a:rPr lang="en-GB"/>
              <a:t> and 18 </a:t>
            </a:r>
            <a:r>
              <a:rPr lang="en-GB" err="1"/>
              <a:t>pt</a:t>
            </a:r>
            <a:r>
              <a:rPr lang="en-GB"/>
              <a:t> line spacing before</a:t>
            </a:r>
          </a:p>
          <a:p>
            <a:pPr lvl="0"/>
            <a:r>
              <a:rPr lang="en-GB"/>
              <a:t>Level one</a:t>
            </a:r>
          </a:p>
          <a:p>
            <a:pPr marL="538163" marR="0" lvl="1" indent="-242888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n-GB"/>
              <a:t>Level two 18 </a:t>
            </a:r>
            <a:r>
              <a:rPr lang="en-GB" err="1"/>
              <a:t>pt</a:t>
            </a:r>
            <a:r>
              <a:rPr lang="en-GB"/>
              <a:t> and 12 </a:t>
            </a:r>
            <a:r>
              <a:rPr lang="en-GB" err="1"/>
              <a:t>pt</a:t>
            </a:r>
            <a:r>
              <a:rPr lang="en-GB"/>
              <a:t> line spacing before</a:t>
            </a:r>
          </a:p>
          <a:p>
            <a:pPr lvl="1"/>
            <a:r>
              <a:rPr lang="en-GB"/>
              <a:t>Level two</a:t>
            </a:r>
          </a:p>
          <a:p>
            <a:pPr lvl="0"/>
            <a:r>
              <a:rPr lang="en-GB"/>
              <a:t>Level one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2445" y="1320800"/>
            <a:ext cx="8129588" cy="27622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GB" altLang="en-US" dirty="0" smtClean="0">
                <a:solidFill>
                  <a:schemeClr val="accent5"/>
                </a:solidFill>
                <a:latin typeface="ALDI SUED Office" pitchFamily="2" charset="0"/>
                <a:cs typeface="Arial" pitchFamily="34" charset="0"/>
              </a:defRPr>
            </a:lvl1pPr>
          </a:lstStyle>
          <a:p>
            <a:pPr lvl="0">
              <a:spcBef>
                <a:spcPct val="0"/>
              </a:spcBef>
              <a:buClrTx/>
            </a:pPr>
            <a:r>
              <a:rPr lang="en-GB" altLang="en-US" sz="1800">
                <a:solidFill>
                  <a:srgbClr val="00B4DC"/>
                </a:solidFill>
                <a:cs typeface="Arial" pitchFamily="34" charset="0"/>
              </a:rPr>
              <a:t>Subtitle left aligned 18 </a:t>
            </a:r>
            <a:r>
              <a:rPr lang="en-GB" altLang="en-US" sz="1800" err="1">
                <a:solidFill>
                  <a:srgbClr val="00B4DC"/>
                </a:solidFill>
                <a:cs typeface="Arial" pitchFamily="34" charset="0"/>
              </a:rPr>
              <a:t>pt</a:t>
            </a:r>
            <a:r>
              <a:rPr lang="en-GB" altLang="en-US" sz="1800">
                <a:solidFill>
                  <a:srgbClr val="00B4DC"/>
                </a:solidFill>
                <a:cs typeface="Arial" pitchFamily="34" charset="0"/>
              </a:rPr>
              <a:t> regular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/>
              <a:t>March 2019</a:t>
            </a:r>
            <a:endParaRPr lang="en-GB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1803198C-8B17-45D2-A31C-84D8F7AA331C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6989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2445" y="183738"/>
            <a:ext cx="7769686" cy="738664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Title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2445" y="1320800"/>
            <a:ext cx="8129588" cy="27622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GB" altLang="en-US" dirty="0" smtClean="0">
                <a:solidFill>
                  <a:schemeClr val="accent5"/>
                </a:solidFill>
                <a:latin typeface="ALDI SUED Office" pitchFamily="2" charset="0"/>
                <a:cs typeface="Arial" pitchFamily="34" charset="0"/>
              </a:defRPr>
            </a:lvl1pPr>
          </a:lstStyle>
          <a:p>
            <a:pPr lvl="0">
              <a:spcBef>
                <a:spcPct val="0"/>
              </a:spcBef>
              <a:buClrTx/>
            </a:pPr>
            <a:r>
              <a:rPr lang="en-GB" altLang="en-US" sz="1800">
                <a:solidFill>
                  <a:srgbClr val="00B4DC"/>
                </a:solidFill>
                <a:cs typeface="Arial" pitchFamily="34" charset="0"/>
              </a:rPr>
              <a:t>Subtitle left aligned 18 </a:t>
            </a:r>
            <a:r>
              <a:rPr lang="en-GB" altLang="en-US" sz="1800" err="1">
                <a:solidFill>
                  <a:srgbClr val="00B4DC"/>
                </a:solidFill>
                <a:cs typeface="Arial" pitchFamily="34" charset="0"/>
              </a:rPr>
              <a:t>pt</a:t>
            </a:r>
            <a:r>
              <a:rPr lang="en-GB" altLang="en-US" sz="1800">
                <a:solidFill>
                  <a:srgbClr val="00B4DC"/>
                </a:solidFill>
                <a:cs typeface="Arial" pitchFamily="34" charset="0"/>
              </a:rPr>
              <a:t> regular</a:t>
            </a:r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/>
              <a:t>March 2019</a:t>
            </a:r>
            <a:endParaRPr lang="en-GB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1803198C-8B17-45D2-A31C-84D8F7AA331C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10464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2445" y="183738"/>
            <a:ext cx="7769686" cy="738664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02445" y="1358900"/>
            <a:ext cx="8129587" cy="4824000"/>
          </a:xfrm>
        </p:spPr>
        <p:txBody>
          <a:bodyPr/>
          <a:lstStyle>
            <a:lvl1pPr marL="269875" marR="0" indent="-269875" algn="l" defTabSz="914400" rtl="0" eaLnBrk="1" fontAlgn="base" latinLnBrk="0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lvl1pPr>
            <a:lvl2pPr marL="538163" marR="0" indent="-242888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lvl2pPr>
          </a:lstStyle>
          <a:p>
            <a:pPr marL="269875" marR="0" lvl="0" indent="-269875" algn="l" defTabSz="914400" rtl="0" eaLnBrk="1" fontAlgn="base" latinLnBrk="0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n-GB"/>
              <a:t>Level one 18 </a:t>
            </a:r>
            <a:r>
              <a:rPr lang="en-GB" err="1"/>
              <a:t>pt</a:t>
            </a:r>
            <a:r>
              <a:rPr lang="en-GB"/>
              <a:t> and 18 </a:t>
            </a:r>
            <a:r>
              <a:rPr lang="en-GB" err="1"/>
              <a:t>pt</a:t>
            </a:r>
            <a:r>
              <a:rPr lang="en-GB"/>
              <a:t> line spacing before</a:t>
            </a:r>
          </a:p>
          <a:p>
            <a:pPr lvl="0"/>
            <a:r>
              <a:rPr lang="en-GB"/>
              <a:t>Level one</a:t>
            </a:r>
          </a:p>
          <a:p>
            <a:pPr marL="538163" marR="0" lvl="1" indent="-242888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n-GB"/>
              <a:t>Level two 18 </a:t>
            </a:r>
            <a:r>
              <a:rPr lang="en-GB" err="1"/>
              <a:t>pt</a:t>
            </a:r>
            <a:r>
              <a:rPr lang="en-GB"/>
              <a:t> and 12 </a:t>
            </a:r>
            <a:r>
              <a:rPr lang="en-GB" err="1"/>
              <a:t>pt</a:t>
            </a:r>
            <a:r>
              <a:rPr lang="en-GB"/>
              <a:t> line spacing before</a:t>
            </a:r>
          </a:p>
          <a:p>
            <a:pPr lvl="1"/>
            <a:r>
              <a:rPr lang="en-GB"/>
              <a:t>Level two</a:t>
            </a:r>
          </a:p>
          <a:p>
            <a:pPr lvl="0"/>
            <a:r>
              <a:rPr lang="en-GB"/>
              <a:t>Level one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/>
              <a:t>March 2019</a:t>
            </a:r>
            <a:endParaRPr lang="en-GB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803198C-8B17-45D2-A31C-84D8F7AA331C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26392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Title</a:t>
            </a:r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/>
              <a:t>March 2019</a:t>
            </a:r>
            <a:endParaRPr lang="en-GB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803198C-8B17-45D2-A31C-84D8F7AA331C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04027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/>
              <a:t>March 2019</a:t>
            </a:r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803198C-8B17-45D2-A31C-84D8F7AA331C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02140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4825" y="381000"/>
            <a:ext cx="7772400" cy="510540"/>
          </a:xfrm>
        </p:spPr>
        <p:txBody>
          <a:bodyPr anchor="t">
            <a:noAutofit/>
          </a:bodyPr>
          <a:lstStyle>
            <a:lvl1pPr algn="l">
              <a:defRPr sz="3200" b="1" cap="none"/>
            </a:lvl1pPr>
          </a:lstStyle>
          <a:p>
            <a:r>
              <a:rPr lang="en-GB"/>
              <a:t>Agenda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04825" y="1371600"/>
            <a:ext cx="7772400" cy="4806950"/>
          </a:xfrm>
        </p:spPr>
        <p:txBody>
          <a:bodyPr anchor="t"/>
          <a:lstStyle>
            <a:lvl1pPr marL="342900" indent="-342900">
              <a:buFont typeface="Wingdings" panose="05000000000000000000" pitchFamily="2" charset="2"/>
              <a:buChar char="§"/>
              <a:defRPr sz="24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Chapter one</a:t>
            </a:r>
          </a:p>
          <a:p>
            <a:pPr lvl="0"/>
            <a:r>
              <a:rPr lang="en-GB"/>
              <a:t>Chapter two</a:t>
            </a:r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/>
              <a:t>March 2019</a:t>
            </a:r>
            <a:endParaRPr lang="en-GB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803198C-8B17-45D2-A31C-84D8F7AA331C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46360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917673" y="3173730"/>
            <a:ext cx="5308654" cy="510540"/>
          </a:xfrm>
        </p:spPr>
        <p:txBody>
          <a:bodyPr anchor="t">
            <a:noAutofit/>
          </a:bodyPr>
          <a:lstStyle>
            <a:lvl1pPr algn="ctr">
              <a:defRPr sz="3200" b="1" cap="none"/>
            </a:lvl1pPr>
          </a:lstStyle>
          <a:p>
            <a:r>
              <a:rPr lang="en-GB"/>
              <a:t>DIVIDER</a:t>
            </a:r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/>
              <a:t>March 2019</a:t>
            </a:r>
            <a:endParaRPr lang="en-GB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803198C-8B17-45D2-A31C-84D8F7AA331C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58866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8" name="Objec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2445" y="183738"/>
            <a:ext cx="7769686" cy="738664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02446" y="1829372"/>
            <a:ext cx="3960000" cy="4104000"/>
          </a:xfrm>
        </p:spPr>
        <p:txBody>
          <a:bodyPr/>
          <a:lstStyle>
            <a:lvl1pPr marL="269875" marR="0" indent="-269875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 sz="1400"/>
            </a:lvl1pPr>
            <a:lvl2pPr marL="538163" marR="0" indent="-24288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 sz="1400"/>
            </a:lvl2pPr>
          </a:lstStyle>
          <a:p>
            <a:pPr marL="269875" marR="0" lvl="0" indent="-269875" algn="l" defTabSz="914400" rtl="0" eaLnBrk="1" fontAlgn="base" latinLnBrk="0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n-GB"/>
              <a:t>Level one 18 </a:t>
            </a:r>
            <a:r>
              <a:rPr lang="en-GB" err="1"/>
              <a:t>pt</a:t>
            </a:r>
            <a:r>
              <a:rPr lang="en-GB"/>
              <a:t> and 18 </a:t>
            </a:r>
            <a:r>
              <a:rPr lang="en-GB" err="1"/>
              <a:t>pt</a:t>
            </a:r>
            <a:r>
              <a:rPr lang="en-GB"/>
              <a:t> line spacing before</a:t>
            </a:r>
          </a:p>
          <a:p>
            <a:pPr lvl="0"/>
            <a:r>
              <a:rPr lang="en-GB"/>
              <a:t>Level one</a:t>
            </a:r>
          </a:p>
          <a:p>
            <a:pPr marL="538163" marR="0" lvl="1" indent="-242888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n-GB"/>
              <a:t>Level two 18 </a:t>
            </a:r>
            <a:r>
              <a:rPr lang="en-GB" err="1"/>
              <a:t>pt</a:t>
            </a:r>
            <a:r>
              <a:rPr lang="en-GB"/>
              <a:t> and 12 </a:t>
            </a:r>
            <a:r>
              <a:rPr lang="en-GB" err="1"/>
              <a:t>pt</a:t>
            </a:r>
            <a:r>
              <a:rPr lang="en-GB"/>
              <a:t> line spacing before</a:t>
            </a:r>
          </a:p>
          <a:p>
            <a:pPr lvl="1"/>
            <a:r>
              <a:rPr lang="en-GB"/>
              <a:t>Level two</a:t>
            </a:r>
          </a:p>
          <a:p>
            <a:pPr lvl="0"/>
            <a:r>
              <a:rPr lang="en-GB"/>
              <a:t>Level one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3" hasCustomPrompt="1"/>
          </p:nvPr>
        </p:nvSpPr>
        <p:spPr>
          <a:xfrm>
            <a:off x="4671245" y="1829372"/>
            <a:ext cx="3960788" cy="4104000"/>
          </a:xfrm>
        </p:spPr>
        <p:txBody>
          <a:bodyPr/>
          <a:lstStyle>
            <a:lvl1pPr marL="269875" marR="0" indent="-269875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 sz="1400"/>
            </a:lvl1pPr>
            <a:lvl2pPr marL="538163" marR="0" indent="-24288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 sz="1400"/>
            </a:lvl2pPr>
          </a:lstStyle>
          <a:p>
            <a:pPr marL="269875" marR="0" lvl="0" indent="-269875" algn="l" defTabSz="914400" rtl="0" eaLnBrk="1" fontAlgn="base" latinLnBrk="0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n-GB"/>
              <a:t>Level one 18 </a:t>
            </a:r>
            <a:r>
              <a:rPr lang="en-GB" err="1"/>
              <a:t>pt</a:t>
            </a:r>
            <a:r>
              <a:rPr lang="en-GB"/>
              <a:t> and 18 </a:t>
            </a:r>
            <a:r>
              <a:rPr lang="en-GB" err="1"/>
              <a:t>pt</a:t>
            </a:r>
            <a:r>
              <a:rPr lang="en-GB"/>
              <a:t> line spacing before</a:t>
            </a:r>
          </a:p>
          <a:p>
            <a:pPr lvl="0"/>
            <a:r>
              <a:rPr lang="en-GB"/>
              <a:t>Level one</a:t>
            </a:r>
          </a:p>
          <a:p>
            <a:pPr marL="538163" marR="0" lvl="1" indent="-242888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n-GB"/>
              <a:t>Level two 18 </a:t>
            </a:r>
            <a:r>
              <a:rPr lang="en-GB" err="1"/>
              <a:t>pt</a:t>
            </a:r>
            <a:r>
              <a:rPr lang="en-GB"/>
              <a:t> and 12 </a:t>
            </a:r>
            <a:r>
              <a:rPr lang="en-GB" err="1"/>
              <a:t>pt</a:t>
            </a:r>
            <a:r>
              <a:rPr lang="en-GB"/>
              <a:t> line spacing before</a:t>
            </a:r>
          </a:p>
          <a:p>
            <a:pPr lvl="1"/>
            <a:r>
              <a:rPr lang="en-GB"/>
              <a:t>Level two</a:t>
            </a:r>
          </a:p>
          <a:p>
            <a:pPr lvl="0"/>
            <a:r>
              <a:rPr lang="en-GB"/>
              <a:t>Level one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502445" y="1320800"/>
            <a:ext cx="3959225" cy="27622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GB" altLang="en-US" dirty="0" smtClean="0">
                <a:solidFill>
                  <a:schemeClr val="accent5"/>
                </a:solidFill>
                <a:latin typeface="ALDI SUED Office" pitchFamily="2" charset="0"/>
                <a:cs typeface="Arial" pitchFamily="34" charset="0"/>
              </a:defRPr>
            </a:lvl1pPr>
          </a:lstStyle>
          <a:p>
            <a:pPr lvl="0">
              <a:spcBef>
                <a:spcPct val="0"/>
              </a:spcBef>
              <a:buClrTx/>
            </a:pPr>
            <a:r>
              <a:rPr lang="en-GB" altLang="en-US" sz="1800">
                <a:solidFill>
                  <a:srgbClr val="00B4DC"/>
                </a:solidFill>
                <a:cs typeface="Arial" pitchFamily="34" charset="0"/>
              </a:rPr>
              <a:t>Subtitle left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4671245" y="1320800"/>
            <a:ext cx="3959225" cy="27622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GB" altLang="en-US" dirty="0" smtClean="0">
                <a:solidFill>
                  <a:schemeClr val="accent5"/>
                </a:solidFill>
                <a:latin typeface="ALDI SUED Office" pitchFamily="2" charset="0"/>
                <a:cs typeface="Arial" pitchFamily="34" charset="0"/>
              </a:defRPr>
            </a:lvl1pPr>
          </a:lstStyle>
          <a:p>
            <a:pPr lvl="0">
              <a:spcBef>
                <a:spcPct val="0"/>
              </a:spcBef>
              <a:buClrTx/>
            </a:pPr>
            <a:r>
              <a:rPr lang="en-GB" altLang="en-US" sz="1800">
                <a:solidFill>
                  <a:srgbClr val="00B4DC"/>
                </a:solidFill>
                <a:cs typeface="Arial" pitchFamily="34" charset="0"/>
              </a:rPr>
              <a:t>Subtitle right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/>
              <a:t>March 2019</a:t>
            </a:r>
            <a:endParaRPr lang="en-GB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>
              <a:defRPr/>
            </a:pPr>
            <a:fld id="{1803198C-8B17-45D2-A31C-84D8F7AA331C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88403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ct 1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12" name="Object 1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2445" y="183738"/>
            <a:ext cx="7769686" cy="738664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Title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 hasCustomPrompt="1"/>
          </p:nvPr>
        </p:nvSpPr>
        <p:spPr>
          <a:xfrm>
            <a:off x="502446" y="2181225"/>
            <a:ext cx="3960000" cy="3752147"/>
          </a:xfrm>
        </p:spPr>
        <p:txBody>
          <a:bodyPr lIns="72000" tIns="36000" rIns="36000" bIns="36000"/>
          <a:lstStyle>
            <a:lvl1pPr marL="269875" marR="0" indent="-269875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 sz="1400"/>
            </a:lvl1pPr>
            <a:lvl2pPr marL="538163" marR="0" indent="-24288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 sz="1400"/>
            </a:lvl2pPr>
          </a:lstStyle>
          <a:p>
            <a:pPr marL="269875" marR="0" lvl="0" indent="-269875" algn="l" defTabSz="914400" rtl="0" eaLnBrk="1" fontAlgn="base" latinLnBrk="0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n-GB"/>
              <a:t>Level one 18 </a:t>
            </a:r>
            <a:r>
              <a:rPr lang="en-GB" err="1"/>
              <a:t>pt</a:t>
            </a:r>
            <a:r>
              <a:rPr lang="en-GB"/>
              <a:t> and 18 </a:t>
            </a:r>
            <a:r>
              <a:rPr lang="en-GB" err="1"/>
              <a:t>pt</a:t>
            </a:r>
            <a:r>
              <a:rPr lang="en-GB"/>
              <a:t> line spacing before</a:t>
            </a:r>
          </a:p>
          <a:p>
            <a:pPr lvl="0"/>
            <a:r>
              <a:rPr lang="en-GB"/>
              <a:t>Level one</a:t>
            </a:r>
          </a:p>
          <a:p>
            <a:pPr marL="538163" marR="0" lvl="1" indent="-242888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n-GB"/>
              <a:t>Level two 18 </a:t>
            </a:r>
            <a:r>
              <a:rPr lang="en-GB" err="1"/>
              <a:t>pt</a:t>
            </a:r>
            <a:r>
              <a:rPr lang="en-GB"/>
              <a:t> and 12 </a:t>
            </a:r>
            <a:r>
              <a:rPr lang="en-GB" err="1"/>
              <a:t>pt</a:t>
            </a:r>
            <a:r>
              <a:rPr lang="en-GB"/>
              <a:t> line spacing before</a:t>
            </a:r>
          </a:p>
          <a:p>
            <a:pPr lvl="1"/>
            <a:r>
              <a:rPr lang="en-GB"/>
              <a:t>Level two</a:t>
            </a:r>
          </a:p>
          <a:p>
            <a:pPr lvl="0"/>
            <a:r>
              <a:rPr lang="en-GB"/>
              <a:t>Level one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3" hasCustomPrompt="1"/>
          </p:nvPr>
        </p:nvSpPr>
        <p:spPr>
          <a:xfrm>
            <a:off x="4671245" y="2181225"/>
            <a:ext cx="3960788" cy="3752147"/>
          </a:xfrm>
        </p:spPr>
        <p:txBody>
          <a:bodyPr lIns="72000" tIns="36000" rIns="36000" bIns="36000"/>
          <a:lstStyle>
            <a:lvl1pPr marL="269875" marR="0" indent="-269875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 sz="1400"/>
            </a:lvl1pPr>
            <a:lvl2pPr marL="538163" marR="0" indent="-24288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 sz="1400"/>
            </a:lvl2pPr>
          </a:lstStyle>
          <a:p>
            <a:pPr marL="269875" marR="0" lvl="0" indent="-269875" algn="l" defTabSz="914400" rtl="0" eaLnBrk="1" fontAlgn="base" latinLnBrk="0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n-GB"/>
              <a:t>Level one 18 </a:t>
            </a:r>
            <a:r>
              <a:rPr lang="en-GB" err="1"/>
              <a:t>pt</a:t>
            </a:r>
            <a:r>
              <a:rPr lang="en-GB"/>
              <a:t> and 18 </a:t>
            </a:r>
            <a:r>
              <a:rPr lang="en-GB" err="1"/>
              <a:t>pt</a:t>
            </a:r>
            <a:r>
              <a:rPr lang="en-GB"/>
              <a:t> line spacing before</a:t>
            </a:r>
          </a:p>
          <a:p>
            <a:pPr lvl="0"/>
            <a:r>
              <a:rPr lang="en-GB"/>
              <a:t>Level one</a:t>
            </a:r>
          </a:p>
          <a:p>
            <a:pPr marL="538163" marR="0" lvl="1" indent="-242888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n-GB"/>
              <a:t>Level two 18 </a:t>
            </a:r>
            <a:r>
              <a:rPr lang="en-GB" err="1"/>
              <a:t>pt</a:t>
            </a:r>
            <a:r>
              <a:rPr lang="en-GB"/>
              <a:t> and 12 </a:t>
            </a:r>
            <a:r>
              <a:rPr lang="en-GB" err="1"/>
              <a:t>pt</a:t>
            </a:r>
            <a:r>
              <a:rPr lang="en-GB"/>
              <a:t> line spacing before</a:t>
            </a:r>
          </a:p>
          <a:p>
            <a:pPr lvl="1"/>
            <a:r>
              <a:rPr lang="en-GB"/>
              <a:t>Level two</a:t>
            </a:r>
          </a:p>
          <a:p>
            <a:pPr lvl="0"/>
            <a:r>
              <a:rPr lang="en-GB"/>
              <a:t>Level one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502446" y="1829372"/>
            <a:ext cx="3959225" cy="354832"/>
          </a:xfrm>
          <a:solidFill>
            <a:schemeClr val="tx2"/>
          </a:solidFill>
          <a:ln>
            <a:noFill/>
          </a:ln>
        </p:spPr>
        <p:txBody>
          <a:bodyPr lIns="72000" tIns="36000" rIns="36000" bIns="36000" anchor="ctr">
            <a:noAutofit/>
          </a:bodyPr>
          <a:lstStyle>
            <a:lvl1pPr marL="0" indent="0">
              <a:buNone/>
              <a:defRPr lang="en-US" sz="1400" b="1" smtClean="0">
                <a:solidFill>
                  <a:prstClr val="white"/>
                </a:solidFill>
                <a:latin typeface="ALDI SUED Office"/>
                <a:cs typeface="Arial" pitchFamily="34" charset="0"/>
              </a:defRPr>
            </a:lvl1pPr>
            <a:lvl2pPr>
              <a:defRPr lang="en-US" sz="1400" smtClean="0">
                <a:latin typeface="Arial" pitchFamily="34" charset="0"/>
                <a:cs typeface="Arial" pitchFamily="34" charset="0"/>
              </a:defRPr>
            </a:lvl2pPr>
            <a:lvl3pPr>
              <a:defRPr lang="en-US" sz="1400" smtClean="0">
                <a:latin typeface="Arial" pitchFamily="34" charset="0"/>
                <a:cs typeface="Arial" pitchFamily="34" charset="0"/>
              </a:defRPr>
            </a:lvl3pPr>
            <a:lvl4pPr>
              <a:defRPr lang="en-US" sz="1400" smtClean="0">
                <a:latin typeface="Arial" pitchFamily="34" charset="0"/>
                <a:cs typeface="Arial" pitchFamily="34" charset="0"/>
              </a:defRPr>
            </a:lvl4pPr>
            <a:lvl5pPr>
              <a:defRPr lang="en-GB" sz="1400">
                <a:latin typeface="Arial" pitchFamily="34" charset="0"/>
                <a:cs typeface="Arial" pitchFamily="34" charset="0"/>
              </a:defRPr>
            </a:lvl5pPr>
          </a:lstStyle>
          <a:p>
            <a:pPr lvl="0">
              <a:lnSpc>
                <a:spcPts val="2163"/>
              </a:lnSpc>
              <a:spcBef>
                <a:spcPct val="0"/>
              </a:spcBef>
            </a:pPr>
            <a:r>
              <a:rPr lang="en-GB"/>
              <a:t>Left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6" hasCustomPrompt="1"/>
          </p:nvPr>
        </p:nvSpPr>
        <p:spPr>
          <a:xfrm>
            <a:off x="4671245" y="1829372"/>
            <a:ext cx="3960813" cy="354832"/>
          </a:xfrm>
          <a:solidFill>
            <a:schemeClr val="tx2"/>
          </a:solidFill>
          <a:ln>
            <a:noFill/>
          </a:ln>
        </p:spPr>
        <p:txBody>
          <a:bodyPr lIns="72000" tIns="36000" rIns="36000" bIns="36000" anchor="ctr">
            <a:noAutofit/>
          </a:bodyPr>
          <a:lstStyle>
            <a:lvl1pPr marL="0" indent="0">
              <a:buNone/>
              <a:defRPr lang="en-US" sz="1400" b="1" smtClean="0">
                <a:solidFill>
                  <a:prstClr val="white"/>
                </a:solidFill>
                <a:latin typeface="ALDI SUED Office"/>
                <a:cs typeface="Arial" pitchFamily="34" charset="0"/>
              </a:defRPr>
            </a:lvl1pPr>
            <a:lvl2pPr>
              <a:defRPr lang="en-US" sz="1400" smtClean="0">
                <a:latin typeface="Arial" pitchFamily="34" charset="0"/>
                <a:cs typeface="Arial" pitchFamily="34" charset="0"/>
              </a:defRPr>
            </a:lvl2pPr>
            <a:lvl3pPr>
              <a:defRPr lang="en-US" sz="1400" smtClean="0">
                <a:latin typeface="Arial" pitchFamily="34" charset="0"/>
                <a:cs typeface="Arial" pitchFamily="34" charset="0"/>
              </a:defRPr>
            </a:lvl3pPr>
            <a:lvl4pPr>
              <a:defRPr lang="en-US" sz="1400" smtClean="0">
                <a:latin typeface="Arial" pitchFamily="34" charset="0"/>
                <a:cs typeface="Arial" pitchFamily="34" charset="0"/>
              </a:defRPr>
            </a:lvl4pPr>
            <a:lvl5pPr>
              <a:defRPr lang="en-GB" sz="1400">
                <a:latin typeface="Arial" pitchFamily="34" charset="0"/>
                <a:cs typeface="Arial" pitchFamily="34" charset="0"/>
              </a:defRPr>
            </a:lvl5pPr>
          </a:lstStyle>
          <a:p>
            <a:pPr lvl="0">
              <a:lnSpc>
                <a:spcPts val="2163"/>
              </a:lnSpc>
              <a:spcBef>
                <a:spcPct val="0"/>
              </a:spcBef>
            </a:pPr>
            <a:r>
              <a:rPr lang="en-GB"/>
              <a:t>Right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502445" y="1320800"/>
            <a:ext cx="8129588" cy="27622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GB" altLang="en-US" dirty="0" smtClean="0">
                <a:solidFill>
                  <a:schemeClr val="accent5"/>
                </a:solidFill>
                <a:latin typeface="ALDI SUED Office" pitchFamily="2" charset="0"/>
                <a:cs typeface="Arial" pitchFamily="34" charset="0"/>
              </a:defRPr>
            </a:lvl1pPr>
          </a:lstStyle>
          <a:p>
            <a:pPr lvl="0">
              <a:spcBef>
                <a:spcPct val="0"/>
              </a:spcBef>
              <a:buClrTx/>
            </a:pPr>
            <a:r>
              <a:rPr lang="en-GB" altLang="en-US" sz="1800">
                <a:solidFill>
                  <a:srgbClr val="00B4DC"/>
                </a:solidFill>
                <a:cs typeface="Arial" pitchFamily="34" charset="0"/>
              </a:rPr>
              <a:t>Subtitle left aligned 18 </a:t>
            </a:r>
            <a:r>
              <a:rPr lang="en-GB" altLang="en-US" sz="1800" err="1">
                <a:solidFill>
                  <a:srgbClr val="00B4DC"/>
                </a:solidFill>
                <a:cs typeface="Arial" pitchFamily="34" charset="0"/>
              </a:rPr>
              <a:t>pt</a:t>
            </a:r>
            <a:r>
              <a:rPr lang="en-GB" altLang="en-US" sz="1800">
                <a:solidFill>
                  <a:srgbClr val="00B4DC"/>
                </a:solidFill>
                <a:cs typeface="Arial" pitchFamily="34" charset="0"/>
              </a:rPr>
              <a:t> regular</a:t>
            </a:r>
          </a:p>
        </p:txBody>
      </p:sp>
      <p:sp>
        <p:nvSpPr>
          <p:cNvPr id="15" name="Datumsplatzhalter 14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/>
              <a:t>March 2019</a:t>
            </a:r>
            <a:endParaRPr lang="en-GB"/>
          </a:p>
        </p:txBody>
      </p:sp>
      <p:sp>
        <p:nvSpPr>
          <p:cNvPr id="16" name="Fußzeilenplatzhalter 15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7" name="Foliennummernplatzhalter 16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1803198C-8B17-45D2-A31C-84D8F7AA331C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628899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2445" y="183738"/>
            <a:ext cx="7769686" cy="738664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02445" y="1829372"/>
            <a:ext cx="8129587" cy="4104000"/>
          </a:xfrm>
        </p:spPr>
        <p:txBody>
          <a:bodyPr/>
          <a:lstStyle>
            <a:lvl1pPr marL="269875" marR="0" indent="-269875" algn="l" defTabSz="914400" rtl="0" eaLnBrk="1" fontAlgn="base" latinLnBrk="0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lvl1pPr>
            <a:lvl2pPr marL="538163" marR="0" indent="-242888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lvl2pPr>
          </a:lstStyle>
          <a:p>
            <a:pPr marL="269875" marR="0" lvl="0" indent="-269875" algn="l" defTabSz="914400" rtl="0" eaLnBrk="1" fontAlgn="base" latinLnBrk="0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n-GB"/>
              <a:t>Level one 18 </a:t>
            </a:r>
            <a:r>
              <a:rPr lang="en-GB" err="1"/>
              <a:t>pt</a:t>
            </a:r>
            <a:r>
              <a:rPr lang="en-GB"/>
              <a:t> and 18 </a:t>
            </a:r>
            <a:r>
              <a:rPr lang="en-GB" err="1"/>
              <a:t>pt</a:t>
            </a:r>
            <a:r>
              <a:rPr lang="en-GB"/>
              <a:t> line spacing before</a:t>
            </a:r>
          </a:p>
          <a:p>
            <a:pPr lvl="0"/>
            <a:r>
              <a:rPr lang="en-GB"/>
              <a:t>Level one</a:t>
            </a:r>
          </a:p>
          <a:p>
            <a:pPr marL="538163" marR="0" lvl="1" indent="-242888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n-GB"/>
              <a:t>Level two 18 </a:t>
            </a:r>
            <a:r>
              <a:rPr lang="en-GB" err="1"/>
              <a:t>pt</a:t>
            </a:r>
            <a:r>
              <a:rPr lang="en-GB"/>
              <a:t> and 12 </a:t>
            </a:r>
            <a:r>
              <a:rPr lang="en-GB" err="1"/>
              <a:t>pt</a:t>
            </a:r>
            <a:r>
              <a:rPr lang="en-GB"/>
              <a:t> line spacing before</a:t>
            </a:r>
          </a:p>
          <a:p>
            <a:pPr lvl="1"/>
            <a:r>
              <a:rPr lang="en-GB"/>
              <a:t>Level two</a:t>
            </a:r>
          </a:p>
          <a:p>
            <a:pPr lvl="0"/>
            <a:r>
              <a:rPr lang="en-GB"/>
              <a:t>Level one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2445" y="1320800"/>
            <a:ext cx="8129588" cy="27622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GB" altLang="en-US" dirty="0" smtClean="0">
                <a:solidFill>
                  <a:srgbClr val="00B4DC"/>
                </a:solidFill>
                <a:latin typeface="ALDI SUED Office" pitchFamily="2" charset="0"/>
                <a:cs typeface="Arial" pitchFamily="34" charset="0"/>
              </a:defRPr>
            </a:lvl1pPr>
          </a:lstStyle>
          <a:p>
            <a:pPr lvl="0">
              <a:spcBef>
                <a:spcPct val="0"/>
              </a:spcBef>
              <a:buClrTx/>
            </a:pPr>
            <a:r>
              <a:rPr lang="en-GB" altLang="en-US" sz="1800">
                <a:solidFill>
                  <a:srgbClr val="00B4DC"/>
                </a:solidFill>
                <a:cs typeface="Arial" pitchFamily="34" charset="0"/>
              </a:rPr>
              <a:t>Subtitle left aligned 18 </a:t>
            </a:r>
            <a:r>
              <a:rPr lang="en-GB" altLang="en-US" sz="1800" err="1">
                <a:solidFill>
                  <a:srgbClr val="00B4DC"/>
                </a:solidFill>
                <a:cs typeface="Arial" pitchFamily="34" charset="0"/>
              </a:rPr>
              <a:t>pt</a:t>
            </a:r>
            <a:r>
              <a:rPr lang="en-GB" altLang="en-US" sz="1800">
                <a:solidFill>
                  <a:srgbClr val="00B4DC"/>
                </a:solidFill>
                <a:cs typeface="Arial" pitchFamily="34" charset="0"/>
              </a:rPr>
              <a:t> regular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/>
              <a:t>March 2019</a:t>
            </a:r>
            <a:endParaRPr lang="en-GB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1803198C-8B17-45D2-A31C-84D8F7AA331C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2473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.bin"/><Relationship Id="rId5" Type="http://schemas.openxmlformats.org/officeDocument/2006/relationships/tags" Target="../tags/tag2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slideLayout" Target="../slideLayouts/slideLayout6.xml"/><Relationship Id="rId7" Type="http://schemas.openxmlformats.org/officeDocument/2006/relationships/tags" Target="../tags/tag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8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1.emf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7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0.bin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tags" Target="../tags/tag14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11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oleObject" Target="../embeddings/oleObject12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285655560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6" imgW="381" imgH="406" progId="TCLayout.ActiveDocument.1">
                  <p:embed/>
                </p:oleObj>
              </mc:Choice>
              <mc:Fallback>
                <p:oleObj name="think-cell Folie" r:id="rId6" imgW="381" imgH="406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Grafik 3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3160" y="66040"/>
            <a:ext cx="717101" cy="860400"/>
          </a:xfrm>
          <a:prstGeom prst="rect">
            <a:avLst/>
          </a:prstGeom>
        </p:spPr>
      </p:pic>
      <p:sp>
        <p:nvSpPr>
          <p:cNvPr id="1026" name="Titelplatzhalter 1"/>
          <p:cNvSpPr>
            <a:spLocks noGrp="1"/>
          </p:cNvSpPr>
          <p:nvPr>
            <p:ph type="title"/>
          </p:nvPr>
        </p:nvSpPr>
        <p:spPr bwMode="auto">
          <a:xfrm>
            <a:off x="502445" y="183738"/>
            <a:ext cx="7769686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GB" altLang="en-US"/>
          </a:p>
        </p:txBody>
      </p:sp>
      <p:sp>
        <p:nvSpPr>
          <p:cNvPr id="1027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502445" y="1358900"/>
            <a:ext cx="8129587" cy="48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1. Level</a:t>
            </a:r>
          </a:p>
          <a:p>
            <a:pPr lvl="1"/>
            <a:r>
              <a:rPr lang="en-GB" altLang="en-US"/>
              <a:t>2. Level</a:t>
            </a:r>
          </a:p>
          <a:p>
            <a:pPr lvl="2"/>
            <a:r>
              <a:rPr lang="en-GB" altLang="en-US"/>
              <a:t>3. Level</a:t>
            </a:r>
          </a:p>
          <a:p>
            <a:pPr lvl="3"/>
            <a:r>
              <a:rPr lang="en-GB" altLang="en-US"/>
              <a:t>4. Level</a:t>
            </a:r>
          </a:p>
          <a:p>
            <a:pPr lvl="4"/>
            <a:r>
              <a:rPr lang="en-GB" altLang="en-US"/>
              <a:t>5. Level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2768601" y="6408345"/>
            <a:ext cx="3681095" cy="16009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>
                <a:solidFill>
                  <a:schemeClr val="accent1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49230" y="6408345"/>
            <a:ext cx="2087563" cy="16009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900">
                <a:solidFill>
                  <a:schemeClr val="accent1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803198C-8B17-45D2-A31C-84D8F7AA331C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  <p:cxnSp>
        <p:nvCxnSpPr>
          <p:cNvPr id="8" name="Gerade Verbindung 7"/>
          <p:cNvCxnSpPr/>
          <p:nvPr/>
        </p:nvCxnSpPr>
        <p:spPr>
          <a:xfrm>
            <a:off x="0" y="1021715"/>
            <a:ext cx="91440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8"/>
          <p:cNvCxnSpPr/>
          <p:nvPr/>
        </p:nvCxnSpPr>
        <p:spPr>
          <a:xfrm>
            <a:off x="0" y="6348095"/>
            <a:ext cx="91440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ate Placeholder 3"/>
          <p:cNvSpPr txBox="1">
            <a:spLocks/>
          </p:cNvSpPr>
          <p:nvPr/>
        </p:nvSpPr>
        <p:spPr>
          <a:xfrm>
            <a:off x="489204" y="6408345"/>
            <a:ext cx="615996" cy="16009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lang="en-US" sz="9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LDI SUED Office" pitchFamily="2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LDI SUED Office" pitchFamily="2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LDI SUED Office" pitchFamily="2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LDI SUED Office" pitchFamily="2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LDI SUED Office" pitchFamily="2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LDI SUED Office" pitchFamily="2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LDI SUED Office" pitchFamily="2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LDI SUED Office" pitchFamily="2" charset="0"/>
                <a:ea typeface="+mn-ea"/>
                <a:cs typeface="Arial" pitchFamily="34" charset="0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GB"/>
              <a:t>DoIT 2.0</a:t>
            </a:r>
            <a:r>
              <a:rPr lang="en-GB" baseline="0"/>
              <a:t> - </a:t>
            </a:r>
            <a:endParaRPr lang="en-GB"/>
          </a:p>
        </p:txBody>
      </p:sp>
      <p:sp>
        <p:nvSpPr>
          <p:cNvPr id="16" name="Datumsplatzhalter 3"/>
          <p:cNvSpPr>
            <a:spLocks noGrp="1"/>
          </p:cNvSpPr>
          <p:nvPr>
            <p:ph type="dt" sz="half" idx="2"/>
          </p:nvPr>
        </p:nvSpPr>
        <p:spPr>
          <a:xfrm>
            <a:off x="989410" y="6408345"/>
            <a:ext cx="1193429" cy="162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>
              <a:defRPr lang="de-DE" sz="900" smtClean="0">
                <a:solidFill>
                  <a:schemeClr val="accent1"/>
                </a:solidFill>
                <a:latin typeface="+mn-lt"/>
                <a:cs typeface="+mn-cs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/>
              <a:t>March 2019</a:t>
            </a:r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721" r:id="rId2"/>
    <p:sldLayoutId id="2147483823" r:id="rId3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LDI SUED Office" pitchFamily="2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LDI SUED Office" pitchFamily="2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LDI SUED Office" pitchFamily="2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LDI SUED Office" pitchFamily="2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LDI SUED Office" pitchFamily="2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LDI SUED Office" pitchFamily="2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LDI SUED Office" pitchFamily="2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LDI SUED Office" pitchFamily="2" charset="0"/>
        </a:defRPr>
      </a:lvl9pPr>
    </p:titleStyle>
    <p:bodyStyle>
      <a:lvl1pPr marL="269875" indent="-269875" algn="l" rtl="0" eaLnBrk="1" fontAlgn="base" hangingPunct="1">
        <a:spcBef>
          <a:spcPts val="1800"/>
        </a:spcBef>
        <a:spcAft>
          <a:spcPct val="0"/>
        </a:spcAft>
        <a:buClr>
          <a:schemeClr val="tx2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38163" indent="-242888" algn="l" rtl="0" eaLnBrk="1" fontAlgn="base" hangingPunct="1">
        <a:spcBef>
          <a:spcPts val="1200"/>
        </a:spcBef>
        <a:spcAft>
          <a:spcPct val="0"/>
        </a:spcAft>
        <a:buClr>
          <a:schemeClr val="tx2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08038" indent="-239713" algn="l" rtl="0" eaLnBrk="1" fontAlgn="base" hangingPunct="1">
        <a:spcBef>
          <a:spcPts val="1200"/>
        </a:spcBef>
        <a:spcAft>
          <a:spcPct val="0"/>
        </a:spcAft>
        <a:buClr>
          <a:schemeClr val="tx2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179388" algn="l" rtl="0" eaLnBrk="1" fontAlgn="base" hangingPunct="1">
        <a:spcBef>
          <a:spcPts val="1200"/>
        </a:spcBef>
        <a:spcAft>
          <a:spcPct val="0"/>
        </a:spcAft>
        <a:buClr>
          <a:schemeClr val="tx2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24000" indent="-238125" algn="l" rtl="0" eaLnBrk="1" fontAlgn="base" hangingPunct="1">
        <a:spcBef>
          <a:spcPts val="12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1138992759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8" imgW="381" imgH="406" progId="TCLayout.ActiveDocument.1">
                  <p:embed/>
                </p:oleObj>
              </mc:Choice>
              <mc:Fallback>
                <p:oleObj name="think-cell Folie" r:id="rId8" imgW="381" imgH="406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Grafik 3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3160" y="66040"/>
            <a:ext cx="717101" cy="860400"/>
          </a:xfrm>
          <a:prstGeom prst="rect">
            <a:avLst/>
          </a:prstGeom>
        </p:spPr>
      </p:pic>
      <p:sp>
        <p:nvSpPr>
          <p:cNvPr id="1026" name="Titelplatzhalter 1"/>
          <p:cNvSpPr>
            <a:spLocks noGrp="1"/>
          </p:cNvSpPr>
          <p:nvPr>
            <p:ph type="title"/>
          </p:nvPr>
        </p:nvSpPr>
        <p:spPr bwMode="auto">
          <a:xfrm>
            <a:off x="502445" y="183738"/>
            <a:ext cx="7769686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GB" altLang="en-US"/>
          </a:p>
        </p:txBody>
      </p:sp>
      <p:sp>
        <p:nvSpPr>
          <p:cNvPr id="1027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502445" y="1358900"/>
            <a:ext cx="8129587" cy="48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1. Level</a:t>
            </a:r>
          </a:p>
          <a:p>
            <a:pPr lvl="1"/>
            <a:r>
              <a:rPr lang="en-GB" altLang="en-US"/>
              <a:t>2. Level</a:t>
            </a:r>
          </a:p>
          <a:p>
            <a:pPr lvl="2"/>
            <a:r>
              <a:rPr lang="en-GB" altLang="en-US"/>
              <a:t>3. Level</a:t>
            </a:r>
          </a:p>
          <a:p>
            <a:pPr lvl="3"/>
            <a:r>
              <a:rPr lang="en-GB" altLang="en-US"/>
              <a:t>4. Level</a:t>
            </a:r>
          </a:p>
          <a:p>
            <a:pPr lvl="4"/>
            <a:r>
              <a:rPr lang="en-GB" altLang="en-US"/>
              <a:t>5. Level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2768601" y="6408345"/>
            <a:ext cx="3681095" cy="16009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>
                <a:solidFill>
                  <a:schemeClr val="accent1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49230" y="6408345"/>
            <a:ext cx="2087563" cy="16009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900">
                <a:solidFill>
                  <a:schemeClr val="accent1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803198C-8B17-45D2-A31C-84D8F7AA331C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  <p:cxnSp>
        <p:nvCxnSpPr>
          <p:cNvPr id="8" name="Gerade Verbindung 7"/>
          <p:cNvCxnSpPr/>
          <p:nvPr/>
        </p:nvCxnSpPr>
        <p:spPr>
          <a:xfrm>
            <a:off x="0" y="1021715"/>
            <a:ext cx="91440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8"/>
          <p:cNvCxnSpPr/>
          <p:nvPr/>
        </p:nvCxnSpPr>
        <p:spPr>
          <a:xfrm>
            <a:off x="0" y="6348095"/>
            <a:ext cx="91440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ate Placeholder 3"/>
          <p:cNvSpPr txBox="1">
            <a:spLocks/>
          </p:cNvSpPr>
          <p:nvPr/>
        </p:nvSpPr>
        <p:spPr>
          <a:xfrm>
            <a:off x="489204" y="6408345"/>
            <a:ext cx="615996" cy="16009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lang="en-US" sz="9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LDI SUED Office" pitchFamily="2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LDI SUED Office" pitchFamily="2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LDI SUED Office" pitchFamily="2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LDI SUED Office" pitchFamily="2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LDI SUED Office" pitchFamily="2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LDI SUED Office" pitchFamily="2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LDI SUED Office" pitchFamily="2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LDI SUED Office" pitchFamily="2" charset="0"/>
                <a:ea typeface="+mn-ea"/>
                <a:cs typeface="Arial" pitchFamily="34" charset="0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GB"/>
              <a:t>DoIT 2.0</a:t>
            </a:r>
            <a:r>
              <a:rPr lang="en-GB" baseline="0"/>
              <a:t> - </a:t>
            </a:r>
            <a:endParaRPr lang="en-GB"/>
          </a:p>
        </p:txBody>
      </p:sp>
      <p:sp>
        <p:nvSpPr>
          <p:cNvPr id="16" name="Datumsplatzhalter 3"/>
          <p:cNvSpPr>
            <a:spLocks noGrp="1"/>
          </p:cNvSpPr>
          <p:nvPr>
            <p:ph type="dt" sz="half" idx="2"/>
          </p:nvPr>
        </p:nvSpPr>
        <p:spPr>
          <a:xfrm>
            <a:off x="989410" y="6408345"/>
            <a:ext cx="1193429" cy="162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>
              <a:defRPr lang="de-DE" sz="900" smtClean="0">
                <a:solidFill>
                  <a:schemeClr val="accent1"/>
                </a:solidFill>
                <a:latin typeface="+mn-lt"/>
                <a:cs typeface="+mn-cs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/>
              <a:t>March 2019</a:t>
            </a:r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6" r:id="rId4"/>
    <p:sldLayoutId id="2147483779" r:id="rId5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LDI SUED Office" pitchFamily="2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LDI SUED Office" pitchFamily="2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LDI SUED Office" pitchFamily="2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LDI SUED Office" pitchFamily="2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LDI SUED Office" pitchFamily="2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LDI SUED Office" pitchFamily="2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LDI SUED Office" pitchFamily="2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LDI SUED Office" pitchFamily="2" charset="0"/>
        </a:defRPr>
      </a:lvl9pPr>
    </p:titleStyle>
    <p:bodyStyle>
      <a:lvl1pPr marL="269875" indent="-269875" algn="l" rtl="0" eaLnBrk="1" fontAlgn="base" hangingPunct="1">
        <a:spcBef>
          <a:spcPts val="1800"/>
        </a:spcBef>
        <a:spcAft>
          <a:spcPct val="0"/>
        </a:spcAft>
        <a:buClr>
          <a:schemeClr val="tx2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38163" indent="-242888" algn="l" rtl="0" eaLnBrk="1" fontAlgn="base" hangingPunct="1">
        <a:spcBef>
          <a:spcPts val="1200"/>
        </a:spcBef>
        <a:spcAft>
          <a:spcPct val="0"/>
        </a:spcAft>
        <a:buClr>
          <a:schemeClr val="tx2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08038" indent="-239713" algn="l" rtl="0" eaLnBrk="1" fontAlgn="base" hangingPunct="1">
        <a:spcBef>
          <a:spcPts val="1200"/>
        </a:spcBef>
        <a:spcAft>
          <a:spcPct val="0"/>
        </a:spcAft>
        <a:buClr>
          <a:schemeClr val="tx2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179388" algn="l" rtl="0" eaLnBrk="1" fontAlgn="base" hangingPunct="1">
        <a:spcBef>
          <a:spcPts val="1200"/>
        </a:spcBef>
        <a:spcAft>
          <a:spcPct val="0"/>
        </a:spcAft>
        <a:buClr>
          <a:schemeClr val="tx2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24000" indent="-238125" algn="l" rtl="0" eaLnBrk="1" fontAlgn="base" hangingPunct="1">
        <a:spcBef>
          <a:spcPts val="12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13109437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81" imgH="406" progId="TCLayout.ActiveDocument.1">
                  <p:embed/>
                </p:oleObj>
              </mc:Choice>
              <mc:Fallback>
                <p:oleObj name="think-cell Folie" r:id="rId4" imgW="381" imgH="406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49230" y="6408345"/>
            <a:ext cx="2087563" cy="16009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900">
                <a:solidFill>
                  <a:schemeClr val="accent1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803198C-8B17-45D2-A31C-84D8F7AA331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pic>
        <p:nvPicPr>
          <p:cNvPr id="12" name="Grafik 3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3160" y="66040"/>
            <a:ext cx="717101" cy="8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192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LDI SUED Office" pitchFamily="2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LDI SUED Office" pitchFamily="2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LDI SUED Office" pitchFamily="2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LDI SUED Office" pitchFamily="2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LDI SUED Office" pitchFamily="2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LDI SUED Office" pitchFamily="2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LDI SUED Office" pitchFamily="2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LDI SUED Office" pitchFamily="2" charset="0"/>
        </a:defRPr>
      </a:lvl9pPr>
    </p:titleStyle>
    <p:bodyStyle>
      <a:lvl1pPr marL="269875" indent="-269875" algn="l" rtl="0" eaLnBrk="1" fontAlgn="base" hangingPunct="1">
        <a:spcBef>
          <a:spcPts val="1800"/>
        </a:spcBef>
        <a:spcAft>
          <a:spcPct val="0"/>
        </a:spcAft>
        <a:buClr>
          <a:schemeClr val="tx2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38163" indent="-242888" algn="l" rtl="0" eaLnBrk="1" fontAlgn="base" hangingPunct="1">
        <a:spcBef>
          <a:spcPts val="1200"/>
        </a:spcBef>
        <a:spcAft>
          <a:spcPct val="0"/>
        </a:spcAft>
        <a:buClr>
          <a:schemeClr val="tx2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08038" indent="-239713" algn="l" rtl="0" eaLnBrk="1" fontAlgn="base" hangingPunct="1">
        <a:spcBef>
          <a:spcPts val="1200"/>
        </a:spcBef>
        <a:spcAft>
          <a:spcPct val="0"/>
        </a:spcAft>
        <a:buClr>
          <a:schemeClr val="tx2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179388" algn="l" rtl="0" eaLnBrk="1" fontAlgn="base" hangingPunct="1">
        <a:spcBef>
          <a:spcPts val="1200"/>
        </a:spcBef>
        <a:spcAft>
          <a:spcPct val="0"/>
        </a:spcAft>
        <a:buClr>
          <a:schemeClr val="tx2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24000" indent="-238125" algn="l" rtl="0" eaLnBrk="1" fontAlgn="base" hangingPunct="1">
        <a:spcBef>
          <a:spcPts val="12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235643651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4" imgW="381" imgH="406" progId="TCLayout.ActiveDocument.1">
                  <p:embed/>
                </p:oleObj>
              </mc:Choice>
              <mc:Fallback>
                <p:oleObj name="think-cell Folie" r:id="rId14" imgW="381" imgH="406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Grafik 3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3160" y="66040"/>
            <a:ext cx="717101" cy="860400"/>
          </a:xfrm>
          <a:prstGeom prst="rect">
            <a:avLst/>
          </a:prstGeom>
        </p:spPr>
      </p:pic>
      <p:sp>
        <p:nvSpPr>
          <p:cNvPr id="1026" name="Titelplatzhalter 1"/>
          <p:cNvSpPr>
            <a:spLocks noGrp="1"/>
          </p:cNvSpPr>
          <p:nvPr>
            <p:ph type="title"/>
          </p:nvPr>
        </p:nvSpPr>
        <p:spPr bwMode="auto">
          <a:xfrm>
            <a:off x="502445" y="183738"/>
            <a:ext cx="7769686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GB" altLang="en-US"/>
          </a:p>
        </p:txBody>
      </p:sp>
      <p:sp>
        <p:nvSpPr>
          <p:cNvPr id="1027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502445" y="1358900"/>
            <a:ext cx="8129587" cy="48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1. Level</a:t>
            </a:r>
          </a:p>
          <a:p>
            <a:pPr lvl="1"/>
            <a:r>
              <a:rPr lang="en-GB" altLang="en-US"/>
              <a:t>2. Level</a:t>
            </a:r>
          </a:p>
          <a:p>
            <a:pPr lvl="2"/>
            <a:r>
              <a:rPr lang="en-GB" altLang="en-US"/>
              <a:t>3. Level</a:t>
            </a:r>
          </a:p>
          <a:p>
            <a:pPr lvl="3"/>
            <a:r>
              <a:rPr lang="en-GB" altLang="en-US"/>
              <a:t>4. Level</a:t>
            </a:r>
          </a:p>
          <a:p>
            <a:pPr lvl="4"/>
            <a:r>
              <a:rPr lang="en-GB" altLang="en-US"/>
              <a:t>5. Level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2768601" y="6408345"/>
            <a:ext cx="3681095" cy="16009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>
                <a:solidFill>
                  <a:schemeClr val="accent1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49230" y="6408345"/>
            <a:ext cx="2087563" cy="16009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900">
                <a:solidFill>
                  <a:schemeClr val="accent1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803198C-8B17-45D2-A31C-84D8F7AA331C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  <p:cxnSp>
        <p:nvCxnSpPr>
          <p:cNvPr id="8" name="Gerade Verbindung 7"/>
          <p:cNvCxnSpPr/>
          <p:nvPr/>
        </p:nvCxnSpPr>
        <p:spPr>
          <a:xfrm>
            <a:off x="0" y="1021715"/>
            <a:ext cx="91440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8"/>
          <p:cNvCxnSpPr/>
          <p:nvPr/>
        </p:nvCxnSpPr>
        <p:spPr>
          <a:xfrm>
            <a:off x="0" y="6348095"/>
            <a:ext cx="91440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ate Placeholder 3"/>
          <p:cNvSpPr txBox="1">
            <a:spLocks/>
          </p:cNvSpPr>
          <p:nvPr/>
        </p:nvSpPr>
        <p:spPr>
          <a:xfrm>
            <a:off x="489204" y="6408345"/>
            <a:ext cx="615996" cy="16009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lang="en-US" sz="9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LDI SUED Office" pitchFamily="2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LDI SUED Office" pitchFamily="2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LDI SUED Office" pitchFamily="2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LDI SUED Office" pitchFamily="2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LDI SUED Office" pitchFamily="2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LDI SUED Office" pitchFamily="2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LDI SUED Office" pitchFamily="2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LDI SUED Office" pitchFamily="2" charset="0"/>
                <a:ea typeface="+mn-ea"/>
                <a:cs typeface="Arial" pitchFamily="34" charset="0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GB"/>
              <a:t>DoIT 2.0</a:t>
            </a:r>
            <a:r>
              <a:rPr lang="en-GB" baseline="0"/>
              <a:t> - </a:t>
            </a:r>
            <a:endParaRPr lang="en-GB"/>
          </a:p>
        </p:txBody>
      </p:sp>
      <p:sp>
        <p:nvSpPr>
          <p:cNvPr id="16" name="Datumsplatzhalter 3"/>
          <p:cNvSpPr>
            <a:spLocks noGrp="1"/>
          </p:cNvSpPr>
          <p:nvPr>
            <p:ph type="dt" sz="half" idx="2"/>
          </p:nvPr>
        </p:nvSpPr>
        <p:spPr>
          <a:xfrm>
            <a:off x="989410" y="6408345"/>
            <a:ext cx="1193429" cy="162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>
              <a:defRPr lang="de-DE" sz="900" smtClean="0">
                <a:solidFill>
                  <a:schemeClr val="accent1"/>
                </a:solidFill>
                <a:latin typeface="+mn-lt"/>
                <a:cs typeface="+mn-cs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/>
              <a:t>March 2019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102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3" r:id="rId7"/>
    <p:sldLayoutId id="2147483834" r:id="rId8"/>
    <p:sldLayoutId id="2147483835" r:id="rId9"/>
    <p:sldLayoutId id="2147483836" r:id="rId10"/>
    <p:sldLayoutId id="2147483837" r:id="rId11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LDI SUED Office" pitchFamily="2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LDI SUED Office" pitchFamily="2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LDI SUED Office" pitchFamily="2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LDI SUED Office" pitchFamily="2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LDI SUED Office" pitchFamily="2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LDI SUED Office" pitchFamily="2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LDI SUED Office" pitchFamily="2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LDI SUED Office" pitchFamily="2" charset="0"/>
        </a:defRPr>
      </a:lvl9pPr>
    </p:titleStyle>
    <p:bodyStyle>
      <a:lvl1pPr marL="269875" indent="-269875" algn="l" rtl="0" eaLnBrk="1" fontAlgn="base" hangingPunct="1">
        <a:spcBef>
          <a:spcPts val="1800"/>
        </a:spcBef>
        <a:spcAft>
          <a:spcPct val="0"/>
        </a:spcAft>
        <a:buClr>
          <a:schemeClr val="tx2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38163" indent="-242888" algn="l" rtl="0" eaLnBrk="1" fontAlgn="base" hangingPunct="1">
        <a:spcBef>
          <a:spcPts val="1200"/>
        </a:spcBef>
        <a:spcAft>
          <a:spcPct val="0"/>
        </a:spcAft>
        <a:buClr>
          <a:schemeClr val="tx2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08038" indent="-239713" algn="l" rtl="0" eaLnBrk="1" fontAlgn="base" hangingPunct="1">
        <a:spcBef>
          <a:spcPts val="1200"/>
        </a:spcBef>
        <a:spcAft>
          <a:spcPct val="0"/>
        </a:spcAft>
        <a:buClr>
          <a:schemeClr val="tx2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179388" algn="l" rtl="0" eaLnBrk="1" fontAlgn="base" hangingPunct="1">
        <a:spcBef>
          <a:spcPts val="1200"/>
        </a:spcBef>
        <a:spcAft>
          <a:spcPct val="0"/>
        </a:spcAft>
        <a:buClr>
          <a:schemeClr val="tx2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24000" indent="-238125" algn="l" rtl="0" eaLnBrk="1" fontAlgn="base" hangingPunct="1">
        <a:spcBef>
          <a:spcPts val="12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image" Target="../media/image11.emf"/><Relationship Id="rId5" Type="http://schemas.openxmlformats.org/officeDocument/2006/relationships/oleObject" Target="../embeddings/oleObject22.bin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324" imgH="324" progId="TCLayout.ActiveDocument.1">
                  <p:embed/>
                </p:oleObj>
              </mc:Choice>
              <mc:Fallback>
                <p:oleObj name="think-cell Folie" r:id="rId5" imgW="324" imgH="324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4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 b="1" err="1">
              <a:solidFill>
                <a:schemeClr val="tx1"/>
              </a:solidFill>
              <a:latin typeface="ALDI SUED Office" panose="02000506040000020004" pitchFamily="2" charset="0"/>
              <a:ea typeface="+mj-ea"/>
              <a:cs typeface="+mj-cs"/>
              <a:sym typeface="ALDI SUED Office" panose="02000506040000020004" pitchFamily="2" charset="0"/>
            </a:endParaRPr>
          </a:p>
        </p:txBody>
      </p:sp>
      <p:graphicFrame>
        <p:nvGraphicFramePr>
          <p:cNvPr id="5" name="Inhaltsplatzhalt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76932677"/>
              </p:ext>
            </p:extLst>
          </p:nvPr>
        </p:nvGraphicFramePr>
        <p:xfrm>
          <a:off x="503632" y="1052738"/>
          <a:ext cx="8129588" cy="51606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83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27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6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42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16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94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8030">
                <a:tc>
                  <a:txBody>
                    <a:bodyPr/>
                    <a:lstStyle/>
                    <a:p>
                      <a:pPr algn="l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50" b="1" dirty="0">
                          <a:solidFill>
                            <a:schemeClr val="bg1"/>
                          </a:solidFill>
                          <a:latin typeface="+mn-lt"/>
                        </a:rPr>
                        <a:t>Title</a:t>
                      </a:r>
                    </a:p>
                  </a:txBody>
                  <a:tcPr marL="54000" marR="54000" marT="18000" marB="18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GB" sz="1050" b="0" dirty="0">
                          <a:solidFill>
                            <a:schemeClr val="tx1"/>
                          </a:solidFill>
                          <a:latin typeface="+mn-lt"/>
                        </a:rPr>
                        <a:t>IT</a:t>
                      </a:r>
                      <a:r>
                        <a:rPr lang="en-GB" sz="1050" b="0" baseline="0" dirty="0">
                          <a:solidFill>
                            <a:schemeClr val="tx1"/>
                          </a:solidFill>
                          <a:latin typeface="+mn-lt"/>
                        </a:rPr>
                        <a:t> Procurement Expert</a:t>
                      </a:r>
                      <a:endParaRPr lang="en-GB" sz="105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18000" marB="18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GB" sz="105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Org unit(s)</a:t>
                      </a:r>
                    </a:p>
                  </a:txBody>
                  <a:tcPr marL="54000" marR="54000" marT="18000" marB="18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50" b="0" dirty="0">
                          <a:solidFill>
                            <a:schemeClr val="tx1"/>
                          </a:solidFill>
                          <a:latin typeface="+mn-lt"/>
                        </a:rPr>
                        <a:t>EAES</a:t>
                      </a:r>
                    </a:p>
                  </a:txBody>
                  <a:tcPr marL="54000" marR="54000" marT="18000" marB="18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GB" sz="1050" b="1" dirty="0">
                          <a:solidFill>
                            <a:schemeClr val="bg1"/>
                          </a:solidFill>
                          <a:latin typeface="+mn-lt"/>
                        </a:rPr>
                        <a:t>Level</a:t>
                      </a:r>
                    </a:p>
                  </a:txBody>
                  <a:tcPr marL="54000" marR="54000" marT="18000" marB="18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GB" sz="1050" b="0" dirty="0">
                          <a:solidFill>
                            <a:schemeClr val="tx1"/>
                          </a:solidFill>
                          <a:latin typeface="+mn-lt"/>
                        </a:rPr>
                        <a:t>Employee</a:t>
                      </a:r>
                    </a:p>
                  </a:txBody>
                  <a:tcPr marL="54000" marR="54000" marT="18000" marB="18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67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b="1" dirty="0">
                          <a:solidFill>
                            <a:schemeClr val="bg1"/>
                          </a:solidFill>
                          <a:latin typeface="+mn-lt"/>
                        </a:rPr>
                        <a:t>Objective</a:t>
                      </a:r>
                    </a:p>
                  </a:txBody>
                  <a:tcPr marL="54000" marR="54000" marT="18000" marB="18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 Procurement Expert is responsible for the smooth running of tendering and ordering processes. With her/his expertise (s)he supports the strategic IT procurement managers as well as the requester in various national and international IT purchasing activities. The IT Procurement Expert </a:t>
                      </a: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acts also as </a:t>
                      </a: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 link between internal stakeholders and vendors.</a:t>
                      </a:r>
                    </a:p>
                  </a:txBody>
                  <a:tcPr marL="54000" marR="54000" marT="18000" marB="18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1" indent="-85725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endParaRPr lang="en-US" sz="1000" b="1" kern="120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5725" marR="0" lvl="1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endParaRPr kumimoji="0" lang="en-US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5725" marR="0" lvl="1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endParaRPr lang="en-US" sz="10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7671">
                <a:tc gridSpan="6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b="1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54000" marR="54000" marT="18000" marB="18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85725" marR="0" lvl="1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endParaRPr kumimoji="0" lang="en-US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5725" marR="0" lvl="1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47659">
                <a:tc row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1" dirty="0">
                          <a:solidFill>
                            <a:schemeClr val="bg1"/>
                          </a:solidFill>
                          <a:latin typeface="+mn-lt"/>
                        </a:rPr>
                        <a:t>Key activities</a:t>
                      </a:r>
                    </a:p>
                  </a:txBody>
                  <a:tcPr marL="54000" marR="54000" marT="18000" marB="18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050" b="1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General: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1050" b="0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Direct</a:t>
                      </a:r>
                      <a:r>
                        <a:rPr lang="en-US" sz="1050" b="0" i="0" kern="1200" baseline="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cooperation with strategic IT procurement </a:t>
                      </a:r>
                      <a:r>
                        <a:rPr lang="en-US" sz="1050" b="0" i="0" kern="1200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manager &amp; requester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Support </a:t>
                      </a:r>
                      <a:r>
                        <a:rPr lang="en-US" sz="105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</a:t>
                      </a:r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vendor ratin</a:t>
                      </a:r>
                      <a:r>
                        <a:rPr lang="en-US" sz="10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gs 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1050" b="0" i="0" kern="1200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Support of national Buying-Entities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US" sz="1050" b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5F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US" sz="1050" b="0" i="0" kern="1200" baseline="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rtl="0" eaLnBrk="1" fontAlgn="auto" latinLnBrk="0" hangingPunct="1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SzTx/>
                        <a:buFont typeface="Arial" panose="020B0604020202020204" pitchFamily="34" charset="0"/>
                        <a:buChar char="•"/>
                      </a:pPr>
                      <a:endParaRPr lang="en-US" sz="1050" b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050" b="1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IT Procurement Management: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1050" b="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Preparation of cross charging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1050" b="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Negotiation of defined “low value” contracts/POs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1050" b="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Order Processing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1050" b="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Order</a:t>
                      </a:r>
                      <a:r>
                        <a:rPr lang="en-US" sz="1050" b="0" kern="1200" baseline="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Tracking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1050" b="0" kern="1200" baseline="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Complaints</a:t>
                      </a:r>
                    </a:p>
                    <a:p>
                      <a:pPr marL="171450" marR="0" lvl="0" indent="-171450" algn="l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5F"/>
                        </a:buClr>
                        <a:buSzTx/>
                        <a:buFont typeface="Wingdings" panose="05000000000000000000" pitchFamily="2" charset="2"/>
                        <a:buChar char="§"/>
                      </a:pPr>
                      <a:r>
                        <a:rPr lang="en-US" sz="1050" b="0" kern="1200" baseline="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Catalogue Management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5F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1050" b="0" kern="1200" baseline="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Ongoing optimization of procurement processes</a:t>
                      </a:r>
                    </a:p>
                    <a:p>
                      <a:pPr marL="0" marR="0" lvl="0" indent="0" algn="l" rtl="0" eaLnBrk="1" fontAlgn="auto" latinLnBrk="0" hangingPunct="1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lang="en-US" sz="1050" b="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rtl="0" eaLnBrk="1" fontAlgn="auto" latinLnBrk="0" hangingPunct="1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SzTx/>
                        <a:buFont typeface="Arial" panose="020B0604020202020204" pitchFamily="34" charset="0"/>
                        <a:buChar char="•"/>
                      </a:pPr>
                      <a:endParaRPr lang="en-US" sz="1050" b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050" b="1" kern="1200" baseline="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IT Tendering Management: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1050" b="0" kern="1200" baseline="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Execution of tendering process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1050" b="0" kern="1200" baseline="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Evaluation of tender results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1050" b="0" kern="1200" baseline="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Creation of vendor shortlists</a:t>
                      </a:r>
                    </a:p>
                    <a:p>
                      <a:pPr marL="171450" marR="0" lvl="0" indent="-171450" algn="l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5F"/>
                        </a:buClr>
                        <a:buSzTx/>
                        <a:buFont typeface="Wingdings" panose="05000000000000000000" pitchFamily="2" charset="2"/>
                        <a:buChar char="§"/>
                      </a:pPr>
                      <a:r>
                        <a:rPr lang="en-US" sz="1050" b="0" kern="1200" baseline="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Ongoing optimization of tendering processes</a:t>
                      </a:r>
                    </a:p>
                  </a:txBody>
                  <a:tcPr marL="54000" marR="54000" marT="18000" marB="18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5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Account-abilities</a:t>
                      </a:r>
                    </a:p>
                  </a:txBody>
                  <a:tcPr marL="54000" marR="54000" marT="18000" marB="18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GB" sz="1050" i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Execution of IT tendering processes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GB" sz="1050" i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Order Processing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GB" sz="1050" i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Catalogue Management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GB" sz="1050" i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Vendor Master Data Management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GB" sz="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18000" marB="18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5725" marR="0" lvl="1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endParaRPr kumimoji="0" lang="en-US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85725" marR="0" lvl="1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4049"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00" b="1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5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Skills</a:t>
                      </a:r>
                    </a:p>
                  </a:txBody>
                  <a:tcPr marL="54000" marR="54000" marT="18000" marB="18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1050" b="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Negotiation Skills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1050" b="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Accounting Knowledge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1050" b="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Time Management Skills</a:t>
                      </a:r>
                      <a:endParaRPr lang="en-US" sz="1050" b="0" i="0" u="none" strike="sngStrike" kern="1200" noProof="0" dirty="0">
                        <a:solidFill>
                          <a:schemeClr val="tx1"/>
                        </a:solidFill>
                      </a:endParaRPr>
                    </a:p>
                    <a:p>
                      <a:pPr marL="171450" marR="0" lvl="0" indent="-171450" algn="l" rtl="0" eaLnBrk="1" fontAlgn="auto" latinLnBrk="0" hangingPunct="1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</a:pPr>
                      <a:r>
                        <a:rPr lang="en-US" sz="105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Communication Skills</a:t>
                      </a:r>
                    </a:p>
                    <a:p>
                      <a:pPr marL="171450" marR="0" lvl="0" indent="-171450" algn="l" rtl="0" eaLnBrk="1" fontAlgn="auto" latinLnBrk="0" hangingPunct="1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</a:pPr>
                      <a:r>
                        <a:rPr lang="en-US" sz="105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Vendor Relationship Management</a:t>
                      </a:r>
                    </a:p>
                    <a:p>
                      <a:pPr marL="171450" marR="0" lvl="0" indent="-171450" algn="l" rtl="0" eaLnBrk="1" fontAlgn="auto" latinLnBrk="0" hangingPunct="1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</a:pPr>
                      <a:r>
                        <a:rPr lang="en-US" sz="105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Internal Stakeholder Management</a:t>
                      </a:r>
                      <a:endParaRPr lang="en-US" sz="1050" b="0" strike="noStrike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US" sz="1050" b="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050" b="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rtl="0" eaLnBrk="1" fontAlgn="auto" latinLnBrk="0" hangingPunct="1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lang="en-GB" sz="1050" b="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18000" marB="18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5725" marR="0" lvl="1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endParaRPr kumimoji="0" lang="en-US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85725" marR="0" lvl="1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 dirty="0"/>
              <a:t>IT Procurement Expert 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</a:rPr>
              <a:t>24 February 2022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803198C-8B17-45D2-A31C-84D8F7AA331C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94538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ICANZAHLTAGSFOOTERADDIN" val="0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56oWLj0d9RoSZagGhLCg"/>
</p:tagLst>
</file>

<file path=ppt/theme/theme1.xml><?xml version="1.0" encoding="utf-8"?>
<a:theme xmlns:a="http://schemas.openxmlformats.org/drawingml/2006/main" name="DnP_ppt template">
  <a:themeElements>
    <a:clrScheme name="AHEAD new 171121">
      <a:dk1>
        <a:sysClr val="windowText" lastClr="000000"/>
      </a:dk1>
      <a:lt1>
        <a:sysClr val="window" lastClr="FFFFFF"/>
      </a:lt1>
      <a:dk2>
        <a:srgbClr val="00005F"/>
      </a:dk2>
      <a:lt2>
        <a:srgbClr val="666666"/>
      </a:lt2>
      <a:accent1>
        <a:srgbClr val="00005F"/>
      </a:accent1>
      <a:accent2>
        <a:srgbClr val="D70000"/>
      </a:accent2>
      <a:accent3>
        <a:srgbClr val="FFC800"/>
      </a:accent3>
      <a:accent4>
        <a:srgbClr val="55AA1E"/>
      </a:accent4>
      <a:accent5>
        <a:srgbClr val="55C3F0"/>
      </a:accent5>
      <a:accent6>
        <a:srgbClr val="FF7800"/>
      </a:accent6>
      <a:hlink>
        <a:srgbClr val="00005F"/>
      </a:hlink>
      <a:folHlink>
        <a:srgbClr val="55C3F0"/>
      </a:folHlink>
    </a:clrScheme>
    <a:fontScheme name="ALDI HOFER">
      <a:majorFont>
        <a:latin typeface="ALDI SUED Office"/>
        <a:ea typeface=""/>
        <a:cs typeface=""/>
      </a:majorFont>
      <a:minorFont>
        <a:latin typeface="ALDI SUED Office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4"/>
        </a:solidFill>
        <a:ln w="9525">
          <a:solidFill>
            <a:srgbClr val="000000"/>
          </a:solidFill>
        </a:ln>
      </a:spPr>
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>
          <a:defRPr sz="14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00000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>
          <a:defRPr sz="12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DoIT 2.0 - Template.potx [Read-Only]" id="{6442BD31-5D85-4D6E-A3B0-D1EF5F97D370}" vid="{5284F416-88E4-4D83-B04D-3CF361767F44}"/>
    </a:ext>
  </a:extLst>
</a:theme>
</file>

<file path=ppt/theme/theme2.xml><?xml version="1.0" encoding="utf-8"?>
<a:theme xmlns:a="http://schemas.openxmlformats.org/drawingml/2006/main" name="1_DnP_ppt template">
  <a:themeElements>
    <a:clrScheme name="AHEAD new 171121">
      <a:dk1>
        <a:sysClr val="windowText" lastClr="000000"/>
      </a:dk1>
      <a:lt1>
        <a:sysClr val="window" lastClr="FFFFFF"/>
      </a:lt1>
      <a:dk2>
        <a:srgbClr val="00005F"/>
      </a:dk2>
      <a:lt2>
        <a:srgbClr val="666666"/>
      </a:lt2>
      <a:accent1>
        <a:srgbClr val="00005F"/>
      </a:accent1>
      <a:accent2>
        <a:srgbClr val="D70000"/>
      </a:accent2>
      <a:accent3>
        <a:srgbClr val="FFC800"/>
      </a:accent3>
      <a:accent4>
        <a:srgbClr val="55AA1E"/>
      </a:accent4>
      <a:accent5>
        <a:srgbClr val="55C3F0"/>
      </a:accent5>
      <a:accent6>
        <a:srgbClr val="FF7800"/>
      </a:accent6>
      <a:hlink>
        <a:srgbClr val="00005F"/>
      </a:hlink>
      <a:folHlink>
        <a:srgbClr val="55C3F0"/>
      </a:folHlink>
    </a:clrScheme>
    <a:fontScheme name="ALDI HOFER">
      <a:majorFont>
        <a:latin typeface="ALDI SUED Office"/>
        <a:ea typeface=""/>
        <a:cs typeface=""/>
      </a:majorFont>
      <a:minorFont>
        <a:latin typeface="ALDI SUED Office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4"/>
        </a:solidFill>
        <a:ln w="9525">
          <a:solidFill>
            <a:srgbClr val="000000"/>
          </a:solidFill>
        </a:ln>
      </a:spPr>
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>
          <a:defRPr sz="14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00000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>
          <a:defRPr sz="12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DoIT 2.0 - Template.potx [Read-Only]" id="{6442BD31-5D85-4D6E-A3B0-D1EF5F97D370}" vid="{5284F416-88E4-4D83-B04D-3CF361767F44}"/>
    </a:ext>
  </a:extLst>
</a:theme>
</file>

<file path=ppt/theme/theme3.xml><?xml version="1.0" encoding="utf-8"?>
<a:theme xmlns:a="http://schemas.openxmlformats.org/drawingml/2006/main" name="3_DnP_ppt template">
  <a:themeElements>
    <a:clrScheme name="AHEAD new 171121">
      <a:dk1>
        <a:sysClr val="windowText" lastClr="000000"/>
      </a:dk1>
      <a:lt1>
        <a:sysClr val="window" lastClr="FFFFFF"/>
      </a:lt1>
      <a:dk2>
        <a:srgbClr val="00005F"/>
      </a:dk2>
      <a:lt2>
        <a:srgbClr val="666666"/>
      </a:lt2>
      <a:accent1>
        <a:srgbClr val="00005F"/>
      </a:accent1>
      <a:accent2>
        <a:srgbClr val="D70000"/>
      </a:accent2>
      <a:accent3>
        <a:srgbClr val="FFC800"/>
      </a:accent3>
      <a:accent4>
        <a:srgbClr val="55AA1E"/>
      </a:accent4>
      <a:accent5>
        <a:srgbClr val="55C3F0"/>
      </a:accent5>
      <a:accent6>
        <a:srgbClr val="FF7800"/>
      </a:accent6>
      <a:hlink>
        <a:srgbClr val="00005F"/>
      </a:hlink>
      <a:folHlink>
        <a:srgbClr val="55C3F0"/>
      </a:folHlink>
    </a:clrScheme>
    <a:fontScheme name="ALDI HOFER">
      <a:majorFont>
        <a:latin typeface="ALDI SUED Office"/>
        <a:ea typeface=""/>
        <a:cs typeface=""/>
      </a:majorFont>
      <a:minorFont>
        <a:latin typeface="ALDI SUED Office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4"/>
        </a:solidFill>
        <a:ln w="9525">
          <a:solidFill>
            <a:srgbClr val="000000"/>
          </a:solidFill>
        </a:ln>
      </a:spPr>
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>
          <a:defRPr sz="1400"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00000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>
          <a:defRPr sz="12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20181129 DoIT Management Meeting.potx" id="{21593DAE-EDAD-4105-BFA7-02F46AA452FC}" vid="{3D1F9E54-50B4-4A12-A3D8-B452DA231FAF}"/>
    </a:ext>
  </a:extLst>
</a:theme>
</file>

<file path=ppt/theme/theme4.xml><?xml version="1.0" encoding="utf-8"?>
<a:theme xmlns:a="http://schemas.openxmlformats.org/drawingml/2006/main" name="2_DnP_ppt template">
  <a:themeElements>
    <a:clrScheme name="Custom 7">
      <a:dk1>
        <a:sysClr val="windowText" lastClr="000000"/>
      </a:dk1>
      <a:lt1>
        <a:sysClr val="window" lastClr="FFFFFF"/>
      </a:lt1>
      <a:dk2>
        <a:srgbClr val="00005F"/>
      </a:dk2>
      <a:lt2>
        <a:srgbClr val="666666"/>
      </a:lt2>
      <a:accent1>
        <a:srgbClr val="00005F"/>
      </a:accent1>
      <a:accent2>
        <a:srgbClr val="D70000"/>
      </a:accent2>
      <a:accent3>
        <a:srgbClr val="FFC800"/>
      </a:accent3>
      <a:accent4>
        <a:srgbClr val="55AA1E"/>
      </a:accent4>
      <a:accent5>
        <a:srgbClr val="55C3F0"/>
      </a:accent5>
      <a:accent6>
        <a:srgbClr val="FF7800"/>
      </a:accent6>
      <a:hlink>
        <a:srgbClr val="00005F"/>
      </a:hlink>
      <a:folHlink>
        <a:srgbClr val="00005F"/>
      </a:folHlink>
    </a:clrScheme>
    <a:fontScheme name="ALDI HOFER">
      <a:majorFont>
        <a:latin typeface="ALDI SUED Office"/>
        <a:ea typeface=""/>
        <a:cs typeface=""/>
      </a:majorFont>
      <a:minorFont>
        <a:latin typeface="ALDI SUED Office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4"/>
        </a:solidFill>
        <a:ln w="9525">
          <a:solidFill>
            <a:srgbClr val="000000"/>
          </a:solidFill>
        </a:ln>
      </a:spPr>
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>
          <a:defRPr sz="14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00000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>
          <a:defRPr sz="12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DoIT 2.0 - Template.potx [Read-Only]" id="{6442BD31-5D85-4D6E-A3B0-D1EF5F97D370}" vid="{5284F416-88E4-4D83-B04D-3CF361767F44}"/>
    </a:ext>
  </a:extLst>
</a:theme>
</file>

<file path=ppt/theme/theme5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6603E0070E6DB4D876DBBD3ABB0D552" ma:contentTypeVersion="11" ma:contentTypeDescription="Ein neues Dokument erstellen." ma:contentTypeScope="" ma:versionID="9a15f3c7a98b2dcf1a31656695a208e1">
  <xsd:schema xmlns:xsd="http://www.w3.org/2001/XMLSchema" xmlns:xs="http://www.w3.org/2001/XMLSchema" xmlns:p="http://schemas.microsoft.com/office/2006/metadata/properties" xmlns:ns2="503cf2a6-22aa-448a-9ef7-265a25b3c294" xmlns:ns3="79dffeb5-bac7-410d-8259-f5ae329db99c" targetNamespace="http://schemas.microsoft.com/office/2006/metadata/properties" ma:root="true" ma:fieldsID="1101a9f90d93c090b883fcbcaf68c45c" ns2:_="" ns3:_="">
    <xsd:import namespace="503cf2a6-22aa-448a-9ef7-265a25b3c294"/>
    <xsd:import namespace="79dffeb5-bac7-410d-8259-f5ae329db99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3cf2a6-22aa-448a-9ef7-265a25b3c29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Bildmarkierungen" ma:readOnly="false" ma:fieldId="{5cf76f15-5ced-4ddc-b409-7134ff3c332f}" ma:taxonomyMulti="true" ma:sspId="38890597-b829-483e-a757-f207df39003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dffeb5-bac7-410d-8259-f5ae329db99c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d8d062eb-358a-4dc2-8dcf-0c2b1ba42c6d}" ma:internalName="TaxCatchAll" ma:showField="CatchAllData" ma:web="79dffeb5-bac7-410d-8259-f5ae329db99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9dffeb5-bac7-410d-8259-f5ae329db99c" xsi:nil="true"/>
    <lcf76f155ced4ddcb4097134ff3c332f xmlns="503cf2a6-22aa-448a-9ef7-265a25b3c29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F777981F-23BA-4E95-8316-D907A066135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E6C5A35-93D9-4553-94C7-75BCA23CA12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03cf2a6-22aa-448a-9ef7-265a25b3c294"/>
    <ds:schemaRef ds:uri="79dffeb5-bac7-410d-8259-f5ae329db99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1E48BE3-B34C-419C-BF7E-CD5295B9EEC6}">
  <ds:schemaRefs>
    <ds:schemaRef ds:uri="http://schemas.microsoft.com/office/infopath/2007/PartnerControls"/>
    <ds:schemaRef ds:uri="http://purl.org/dc/dcmitype/"/>
    <ds:schemaRef ds:uri="2826303b-4358-4c28-a23d-f5cf1713705c"/>
    <ds:schemaRef ds:uri="http://schemas.microsoft.com/office/2006/documentManagement/types"/>
    <ds:schemaRef ds:uri="http://www.w3.org/XML/1998/namespace"/>
    <ds:schemaRef ds:uri="http://schemas.microsoft.com/office/2006/metadata/properties"/>
    <ds:schemaRef ds:uri="http://purl.org/dc/terms/"/>
    <ds:schemaRef ds:uri="http://schemas.openxmlformats.org/package/2006/metadata/core-properties"/>
    <ds:schemaRef ds:uri="0199653e-ec38-4c64-8530-06faea24678f"/>
    <ds:schemaRef ds:uri="http://purl.org/dc/elements/1.1/"/>
    <ds:schemaRef ds:uri="79dffeb5-bac7-410d-8259-f5ae329db99c"/>
    <ds:schemaRef ds:uri="503cf2a6-22aa-448a-9ef7-265a25b3c294"/>
  </ds:schemaRefs>
</ds:datastoreItem>
</file>

<file path=docMetadata/LabelInfo.xml><?xml version="1.0" encoding="utf-8"?>
<clbl:labelList xmlns:clbl="http://schemas.microsoft.com/office/2020/mipLabelMetadata">
  <clbl:label id="{1601d9c2-c7ac-4129-add1-9266ea60063c}" enabled="0" method="" siteId="{1601d9c2-c7ac-4129-add1-9266ea60063c}" removed="1"/>
  <clbl:label id="{a0819fa7-4367-4500-ba88-dd630d977609}" enabled="1" method="Standard" siteId="{63ce7d59-2f3e-42cd-a8cc-be764cff5eb6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DoIT 2.0 - Template</Template>
  <TotalTime>0</TotalTime>
  <Words>182</Words>
  <Application>Microsoft Office PowerPoint</Application>
  <PresentationFormat>On-screen Show (4:3)</PresentationFormat>
  <Paragraphs>48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DnP_ppt template</vt:lpstr>
      <vt:lpstr>1_DnP_ppt template</vt:lpstr>
      <vt:lpstr>3_DnP_ppt template</vt:lpstr>
      <vt:lpstr>2_DnP_ppt template</vt:lpstr>
      <vt:lpstr>IT Procurement Expert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Licence Manager</dc:title>
  <dc:creator>Thomas Grabenkamp</dc:creator>
  <cp:lastModifiedBy>Grabenkamp, Thomas (IIT-ITO/Mgr ITM)</cp:lastModifiedBy>
  <cp:revision>4</cp:revision>
  <dcterms:created xsi:type="dcterms:W3CDTF">2019-01-14T14:07:44Z</dcterms:created>
  <dcterms:modified xsi:type="dcterms:W3CDTF">2026-05-09T09:24:21Z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0x01010056603E0070E6DB4D876DBBD3ABB0D552</vt:lpwstr>
  </property>
  <property fmtid="{D5CDD505-2E9C-101B-9397-08002B2CF9AE}" pid="3" name="MediaServiceImageTags">
    <vt:lpwstr/>
  </property>
</Properties>
</file>